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928f5580d844af" /><Relationship Type="http://schemas.openxmlformats.org/officeDocument/2006/relationships/extended-properties" Target="/docProps/app.xml" Id="R71914523eb014ef9" /><Relationship Type="http://schemas.openxmlformats.org/officeDocument/2006/relationships/officeDocument" Target="/ppt/presentation.xml" Id="R884ae44be52443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4c0e1556224d4d"/>
  </p:sldMasterIdLst>
  <p:notesMasterIdLst>
    <p:notesMasterId xmlns:r="http://schemas.openxmlformats.org/officeDocument/2006/relationships" r:id="Rf55c982a97d9428c"/>
  </p:notesMasterIdLst>
  <p:sldIdLst>
    <p:sldId xmlns:r="http://schemas.openxmlformats.org/officeDocument/2006/relationships" id="256" r:id="R2d82df8bf87143e9"/>
    <p:sldId xmlns:r="http://schemas.openxmlformats.org/officeDocument/2006/relationships" id="257" r:id="R6f58abafabda4b7d"/>
    <p:sldId xmlns:r="http://schemas.openxmlformats.org/officeDocument/2006/relationships" id="258" r:id="R250e67c1119c4979"/>
    <p:sldId xmlns:r="http://schemas.openxmlformats.org/officeDocument/2006/relationships" id="259" r:id="Rc9625e6ebb0240a9"/>
    <p:sldId xmlns:r="http://schemas.openxmlformats.org/officeDocument/2006/relationships" id="260" r:id="R4092ccf9adfe436b"/>
    <p:sldId xmlns:r="http://schemas.openxmlformats.org/officeDocument/2006/relationships" id="261" r:id="R0bdcde402e004002"/>
    <p:sldId xmlns:r="http://schemas.openxmlformats.org/officeDocument/2006/relationships" id="262" r:id="R5aa9b9a780c64fe2"/>
    <p:sldId xmlns:r="http://schemas.openxmlformats.org/officeDocument/2006/relationships" id="263" r:id="R4e393cbf88144e69"/>
    <p:sldId xmlns:r="http://schemas.openxmlformats.org/officeDocument/2006/relationships" id="264" r:id="R860b67b442bb4be3"/>
    <p:sldId xmlns:r="http://schemas.openxmlformats.org/officeDocument/2006/relationships" id="265" r:id="R159ab7892d434e5d"/>
    <p:sldId xmlns:r="http://schemas.openxmlformats.org/officeDocument/2006/relationships" id="266" r:id="R1b4cb17280e94264"/>
    <p:sldId xmlns:r="http://schemas.openxmlformats.org/officeDocument/2006/relationships" id="267" r:id="R8de37b46ccbe4686"/>
    <p:sldId xmlns:r="http://schemas.openxmlformats.org/officeDocument/2006/relationships" id="268" r:id="R89b114bebb7346a3"/>
    <p:sldId xmlns:r="http://schemas.openxmlformats.org/officeDocument/2006/relationships" id="269" r:id="R23a63886e5194154"/>
    <p:sldId xmlns:r="http://schemas.openxmlformats.org/officeDocument/2006/relationships" id="270" r:id="R66f96ddc9e694fb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4c0e1556224d4d" /><Relationship Type="http://schemas.openxmlformats.org/officeDocument/2006/relationships/theme" Target="/ppt/theme/theme1.xml" Id="Rd7a99569ae764bed" /><Relationship Type="http://schemas.openxmlformats.org/officeDocument/2006/relationships/notesMaster" Target="/ppt/notesMasters/notesMaster1.xml" Id="Rf55c982a97d9428c" /><Relationship Type="http://schemas.openxmlformats.org/officeDocument/2006/relationships/presProps" Target="/ppt/presProps.xml" Id="R278bc94f91ae4401" /><Relationship Type="http://schemas.openxmlformats.org/officeDocument/2006/relationships/viewProps" Target="/ppt/viewProps.xml" Id="R9ae29a2daab64b51" /><Relationship Type="http://schemas.openxmlformats.org/officeDocument/2006/relationships/tableStyles" Target="/ppt/tableStyles.xml" Id="Rf3fdc2493c014867" /><Relationship Type="http://schemas.openxmlformats.org/officeDocument/2006/relationships/slide" Target="/ppt/slides/slide1.xml" Id="R2d82df8bf87143e9" /><Relationship Type="http://schemas.openxmlformats.org/officeDocument/2006/relationships/slide" Target="/ppt/slides/slide2.xml" Id="R6f58abafabda4b7d" /><Relationship Type="http://schemas.openxmlformats.org/officeDocument/2006/relationships/slide" Target="/ppt/slides/slide3.xml" Id="R250e67c1119c4979" /><Relationship Type="http://schemas.openxmlformats.org/officeDocument/2006/relationships/slide" Target="/ppt/slides/slide4.xml" Id="Rc9625e6ebb0240a9" /><Relationship Type="http://schemas.openxmlformats.org/officeDocument/2006/relationships/slide" Target="/ppt/slides/slide5.xml" Id="R4092ccf9adfe436b" /><Relationship Type="http://schemas.openxmlformats.org/officeDocument/2006/relationships/slide" Target="/ppt/slides/slide6.xml" Id="R0bdcde402e004002" /><Relationship Type="http://schemas.openxmlformats.org/officeDocument/2006/relationships/slide" Target="/ppt/slides/slide7.xml" Id="R5aa9b9a780c64fe2" /><Relationship Type="http://schemas.openxmlformats.org/officeDocument/2006/relationships/slide" Target="/ppt/slides/slide8.xml" Id="R4e393cbf88144e69" /><Relationship Type="http://schemas.openxmlformats.org/officeDocument/2006/relationships/slide" Target="/ppt/slides/slide9.xml" Id="R860b67b442bb4be3" /><Relationship Type="http://schemas.openxmlformats.org/officeDocument/2006/relationships/slide" Target="/ppt/slides/slide10.xml" Id="R159ab7892d434e5d" /><Relationship Type="http://schemas.openxmlformats.org/officeDocument/2006/relationships/slide" Target="/ppt/slides/slide11.xml" Id="R1b4cb17280e94264" /><Relationship Type="http://schemas.openxmlformats.org/officeDocument/2006/relationships/slide" Target="/ppt/slides/slide12.xml" Id="R8de37b46ccbe4686" /><Relationship Type="http://schemas.openxmlformats.org/officeDocument/2006/relationships/slide" Target="/ppt/slides/slide13.xml" Id="R89b114bebb7346a3" /><Relationship Type="http://schemas.openxmlformats.org/officeDocument/2006/relationships/slide" Target="/ppt/slides/slide14.xml" Id="R23a63886e5194154" /><Relationship Type="http://schemas.openxmlformats.org/officeDocument/2006/relationships/slide" Target="/ppt/slides/slide15.xml" Id="R66f96ddc9e694f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fdb3d7cf9e94c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cd96461f744e25" /><Relationship Type="http://schemas.openxmlformats.org/officeDocument/2006/relationships/notesMaster" Target="/ppt/notesMasters/notesMaster1.xml" Id="R105fc087fb5744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1ecc933c5e421a" /><Relationship Type="http://schemas.openxmlformats.org/officeDocument/2006/relationships/notesMaster" Target="/ppt/notesMasters/notesMaster1.xml" Id="Rdb52789fae5c4c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492431ea824b2b" /><Relationship Type="http://schemas.openxmlformats.org/officeDocument/2006/relationships/notesMaster" Target="/ppt/notesMasters/notesMaster1.xml" Id="R9cf8efd7d41345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8dbc27dea5476b" /><Relationship Type="http://schemas.openxmlformats.org/officeDocument/2006/relationships/notesMaster" Target="/ppt/notesMasters/notesMaster1.xml" Id="R8f8593a9eb4b4c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cd1a327920497d" /><Relationship Type="http://schemas.openxmlformats.org/officeDocument/2006/relationships/notesMaster" Target="/ppt/notesMasters/notesMaster1.xml" Id="R056e1294ae0f47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8cfcd371bf44c8" /><Relationship Type="http://schemas.openxmlformats.org/officeDocument/2006/relationships/notesMaster" Target="/ppt/notesMasters/notesMaster1.xml" Id="Rf2bc171a64f842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f82082e24f4f6f" /><Relationship Type="http://schemas.openxmlformats.org/officeDocument/2006/relationships/notesMaster" Target="/ppt/notesMasters/notesMaster1.xml" Id="R97a510fe8fa141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b943b28ba54c2a" /><Relationship Type="http://schemas.openxmlformats.org/officeDocument/2006/relationships/notesMaster" Target="/ppt/notesMasters/notesMaster1.xml" Id="R180c715e1eca4d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718040417e4455" /><Relationship Type="http://schemas.openxmlformats.org/officeDocument/2006/relationships/notesMaster" Target="/ppt/notesMasters/notesMaster1.xml" Id="Recd6753edc1d40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aa14c68dde4091" /><Relationship Type="http://schemas.openxmlformats.org/officeDocument/2006/relationships/notesMaster" Target="/ppt/notesMasters/notesMaster1.xml" Id="Rf73f5b4eabba41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6f8f86bc194e9c" /><Relationship Type="http://schemas.openxmlformats.org/officeDocument/2006/relationships/notesMaster" Target="/ppt/notesMasters/notesMaster1.xml" Id="R06ae2349855e49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3012a84ea74892" /><Relationship Type="http://schemas.openxmlformats.org/officeDocument/2006/relationships/notesMaster" Target="/ppt/notesMasters/notesMaster1.xml" Id="Rad423b07c710471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4d79fa1f9824369" /><Relationship Type="http://schemas.openxmlformats.org/officeDocument/2006/relationships/notesMaster" Target="/ppt/notesMasters/notesMaster1.xml" Id="Rdb9c7e8d502545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8d68667879f43ca" /><Relationship Type="http://schemas.openxmlformats.org/officeDocument/2006/relationships/notesMaster" Target="/ppt/notesMasters/notesMaster1.xml" Id="Rae5c1ffa79e5490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785ce43183c4f92" /><Relationship Type="http://schemas.openxmlformats.org/officeDocument/2006/relationships/notesMaster" Target="/ppt/notesMasters/notesMaster1.xml" Id="R49578af7597d42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0a26889448466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f23cce69b4641e7" /><Relationship Type="http://schemas.openxmlformats.org/officeDocument/2006/relationships/slideLayout" Target="/ppt/slideLayouts/slideLayout2.xml" Id="R8e4e981718a94d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4e981718a94d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a553790cf94d40" /><Relationship Type="http://schemas.openxmlformats.org/officeDocument/2006/relationships/image" Target="/ppt/media/image.png" Id="Rdaa9e11de95c40de" /><Relationship Type="http://schemas.openxmlformats.org/officeDocument/2006/relationships/image" Target="/ppt/media/image2.png" Id="R3706f619dda84622" /><Relationship Type="http://schemas.openxmlformats.org/officeDocument/2006/relationships/notesSlide" Target="/ppt/notesSlides/notesSlide1.xml" Id="R172f4e04a80946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04189234dd46d2" /><Relationship Type="http://schemas.openxmlformats.org/officeDocument/2006/relationships/image" Target="/ppt/media/image3.png" Id="R1e8d62c95d6849c5" /><Relationship Type="http://schemas.openxmlformats.org/officeDocument/2006/relationships/notesSlide" Target="/ppt/notesSlides/notesSlide2.xml" Id="R12cc67e86f3c43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e96e7f40f94864" /><Relationship Type="http://schemas.openxmlformats.org/officeDocument/2006/relationships/image" Target="/ppt/media/image4.png" Id="Rfe8063d937054865" /><Relationship Type="http://schemas.openxmlformats.org/officeDocument/2006/relationships/image" Target="/ppt/media/image5.png" Id="Rd97340025e3c4b5e" /><Relationship Type="http://schemas.openxmlformats.org/officeDocument/2006/relationships/notesSlide" Target="/ppt/notesSlides/notesSlide3.xml" Id="R0991c6b6402c4c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9fa53d581347bd" /><Relationship Type="http://schemas.openxmlformats.org/officeDocument/2006/relationships/image" Target="/ppt/media/image6.png" Id="Rb80d4647d18647eb" /><Relationship Type="http://schemas.openxmlformats.org/officeDocument/2006/relationships/notesSlide" Target="/ppt/notesSlides/notesSlide4.xml" Id="R2825430b1aaa43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d3c63993804f5c" /><Relationship Type="http://schemas.openxmlformats.org/officeDocument/2006/relationships/image" Target="/ppt/media/image7.png" Id="Rfc1f1c253bd64d4c" /><Relationship Type="http://schemas.openxmlformats.org/officeDocument/2006/relationships/image" Target="/ppt/media/image8.png" Id="Rb3bb297ef1c54c80" /><Relationship Type="http://schemas.openxmlformats.org/officeDocument/2006/relationships/notesSlide" Target="/ppt/notesSlides/notesSlide5.xml" Id="Rdddea3a79f1a49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4cf0d33672409b" /><Relationship Type="http://schemas.openxmlformats.org/officeDocument/2006/relationships/image" Target="/ppt/media/image9.png" Id="Rdf12de1383c44745" /><Relationship Type="http://schemas.openxmlformats.org/officeDocument/2006/relationships/notesSlide" Target="/ppt/notesSlides/notesSlide6.xml" Id="R244ed3610d0948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696e9e013f4f9d" /><Relationship Type="http://schemas.openxmlformats.org/officeDocument/2006/relationships/image" Target="/ppt/media/image10.png" Id="R8ce226e785a74b3e" /><Relationship Type="http://schemas.openxmlformats.org/officeDocument/2006/relationships/notesSlide" Target="/ppt/notesSlides/notesSlide7.xml" Id="R460e7afc0d224f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91227687f94802" /><Relationship Type="http://schemas.openxmlformats.org/officeDocument/2006/relationships/image" Target="/ppt/media/image11.png" Id="Raa171f304c2c46ba" /><Relationship Type="http://schemas.openxmlformats.org/officeDocument/2006/relationships/image" Target="/ppt/media/image12.png" Id="Re3a4e830cde44b5e" /><Relationship Type="http://schemas.openxmlformats.org/officeDocument/2006/relationships/notesSlide" Target="/ppt/notesSlides/notesSlide8.xml" Id="Rc77701e19e2442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e6e4ff7a9d499e" /><Relationship Type="http://schemas.openxmlformats.org/officeDocument/2006/relationships/image" Target="/ppt/media/image13.png" Id="R22d3ab08e9694756" /><Relationship Type="http://schemas.openxmlformats.org/officeDocument/2006/relationships/notesSlide" Target="/ppt/notesSlides/notesSlide9.xml" Id="R6a9276af637345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981a0e1f3e4298" /><Relationship Type="http://schemas.openxmlformats.org/officeDocument/2006/relationships/image" Target="/ppt/media/image14.png" Id="Rb82860b785214447" /><Relationship Type="http://schemas.openxmlformats.org/officeDocument/2006/relationships/notesSlide" Target="/ppt/notesSlides/notesSlide10.xml" Id="Rb7de3f243baf40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7e902427a545c1" /><Relationship Type="http://schemas.openxmlformats.org/officeDocument/2006/relationships/image" Target="/ppt/media/image15.png" Id="Re98848e3ffed4127" /><Relationship Type="http://schemas.openxmlformats.org/officeDocument/2006/relationships/image" Target="/ppt/media/image16.png" Id="Rfc585db60f9e4a96" /><Relationship Type="http://schemas.openxmlformats.org/officeDocument/2006/relationships/notesSlide" Target="/ppt/notesSlides/notesSlide11.xml" Id="Rffd5ac2ac72b40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e932d3778b4ca8" /><Relationship Type="http://schemas.openxmlformats.org/officeDocument/2006/relationships/image" Target="/ppt/media/image17.png" Id="R3161fe887d754bd7" /><Relationship Type="http://schemas.openxmlformats.org/officeDocument/2006/relationships/notesSlide" Target="/ppt/notesSlides/notesSlide12.xml" Id="R89f704e8f2a94f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334fbc3d1b4c24" /><Relationship Type="http://schemas.openxmlformats.org/officeDocument/2006/relationships/image" Target="/ppt/media/image18.png" Id="Rd052f657951f4622" /><Relationship Type="http://schemas.openxmlformats.org/officeDocument/2006/relationships/notesSlide" Target="/ppt/notesSlides/notesSlide13.xml" Id="R1a317bd5e603413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64edd409fb4240" /><Relationship Type="http://schemas.openxmlformats.org/officeDocument/2006/relationships/image" Target="/ppt/media/image19.png" Id="R7129b55b31f94b50" /><Relationship Type="http://schemas.openxmlformats.org/officeDocument/2006/relationships/notesSlide" Target="/ppt/notesSlides/notesSlide14.xml" Id="Rdbba9a98c68b4d5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5eeb7ae2184f41" /><Relationship Type="http://schemas.openxmlformats.org/officeDocument/2006/relationships/image" Target="/ppt/media/image20.png" Id="R233cdde71cfd442c" /><Relationship Type="http://schemas.openxmlformats.org/officeDocument/2006/relationships/image" Target="/ppt/media/image21.png" Id="Rf7509d6701a1473e" /><Relationship Type="http://schemas.openxmlformats.org/officeDocument/2006/relationships/notesSlide" Target="/ppt/notesSlides/notesSlide15.xml" Id="Rde6745238f6d49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2A701A-7CDB-4EA8-A970-08B2E5CA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9e11de95c40de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0BBE6-4A84-4A8B-B3CF-BADE7AF2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577C14-C019-4330-A50F-8F318548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CC1BD-3784-4D6A-BB6F-83641A13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6f619dda84622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CD724-CD68-4AB6-BA2A-2190CB37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1BAC3-D540-490E-8F7B-1ECD2684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Qualidade e 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367AFD-D75C-4D0E-AB33-DB56D27A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8  •  Sessão ao Vivo  •  2 horas  •  Encerramento da Trilha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A6BEB-78CA-4FCC-BDEB-B1DBA690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93D5EE-F81A-4956-937E-695DE437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Dado errado é pior que dado ausente.</a:t>
            </a:r>
          </a:p>
        </p:txBody>
      </p:sp>
    </p:spTree>
    <p:extLst>
      <p:ext uri="{BB962C8B-B14F-4D97-AF65-F5344CB8AC3E}">
        <p14:creationId xmlns:p14="http://schemas.microsoft.com/office/powerpoint/2010/main" val="15225791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BF0E4D-BC5D-4F92-B5EE-ACF987FD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d62c95d6849c5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93B9D-C22B-43D4-B0A6-BE92FCFC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A1CD3-2557-44E5-A2C7-4C531B8E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5E9B71-83F1-45E3-AAAF-0FE97E1A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7A999-C610-49A8-B2E7-D9362548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2FF47-D19E-42ED-A819-4B99EE11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5C1DB-9332-46B8-9D37-190C6DFB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Última sessão da trilha — qualidade, TDD e celebração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DF7972-C20C-4EE0-B78C-C497EB73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Análise coletiva de problemas + TDD na prática + linha do tempo dos 8 módulos.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48C02F-1A5C-43F0-B824-E8684BA5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9B26C5-91E7-4335-BE14-42F910F6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29A8C-BCD5-4406-A171-9240B3EE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Abertura — 10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DB9B2-4BFF-4DD7-9227-FF54786A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Alguém já encontrou dado errado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em produção? Conectar com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experiência real.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D8F76A-9C33-4B3B-9075-58752B0B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861DE-8F79-4F1F-B582-DA05EB61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A4C605-6B77-49E0-B47F-0ED136AE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Análise — 30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66B47-E238-4DD6-A832-AE8F285A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 8.1: identificar problemas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no dataset com as 5 dimensões.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A6EB96-C0DA-4A1B-A098-8427A646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FA7692-4A8C-457F-AA45-D0FDEDAA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DA4F5-84B2-450D-977D-FFAA9759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TDD — 40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7F5444-689C-48C9-8729-8C1A7982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 8.3: ciclo vermelho-verde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 pytest. Testes antes 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código.</a:t>
            </a:r>
          </a:p>
        </p:txBody>
      </p:sp>
    </p:spTree>
    <p:extLst>
      <p:ext uri="{BB962C8B-B14F-4D97-AF65-F5344CB8AC3E}">
        <p14:creationId xmlns:p14="http://schemas.microsoft.com/office/powerpoint/2010/main" val="9819268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04B289-A597-44C5-AE14-90AD4D7D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8063d937054865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40EF4-9137-4C95-91D0-717A5327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2E046-F33A-4B97-A77E-45D7184E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72053-1D7E-4EC5-8E5E-5D70552F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F7E72-4CFC-4F65-A74D-9A87F4AC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340025e3c4b5e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1DFB3-FD02-429D-AF51-4826D509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721DC1-7C7A-49E1-AEE7-50D22829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Já encontrou dado errado em produção?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B9549-4C7A-49AD-B4D4-7B3AEA3E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Abra com a pergunta direta. Histórias reais conectam com qualquer conceito do módulo.</a:t>
            </a:r>
          </a:p>
        </p:txBody>
      </p:sp>
    </p:spTree>
    <p:extLst>
      <p:ext uri="{BB962C8B-B14F-4D97-AF65-F5344CB8AC3E}">
        <p14:creationId xmlns:p14="http://schemas.microsoft.com/office/powerpoint/2010/main" val="3280998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49EDD7-C9B9-497B-80F7-400D6252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d4647d18647eb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CE1358-01C7-47C0-8E0A-EE7FBDB6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27C168-B2AD-4368-A1BC-55A7D1A8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4D801-0281-42F9-9733-8A0C6D16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0B61B-2D75-48DE-954C-63146E4D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C6742-0D8B-487F-9D71-49A06F84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 QUE COSTUMA APARECER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92EF58-B38A-4D82-9DA8-9468B93D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Histórias frequentes — use como gancho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EAAA5-88EA-44E3-9A1C-30BA9DA1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Não force se ninguém compartilhar. O Ex 8.1 vai gerar a conversa naturalmente.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A1D7A-BC38-44B6-9484-0AFDDB4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51CBC-CAE1-438C-912D-D25B371D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64B239-812F-4A7F-881B-81E3CD2B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Arquivo vazio sem alerta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2C70C-6E06-4935-BE6D-1A1DE267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rodou, salvou parquet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 0 linhas, ninguém percebeu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por dias.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67112E-F1A0-492C-A763-8485756A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FCACA-0D8E-43C1-920A-0352660F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397527-172A-4486-9DDB-D64D4A79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Duplicatas no dashboard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4F19F4-060D-42A7-92FC-8DA49D97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Receita dobrou. Investigação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encontra duplicata na fonte.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Tudo retroativo é refeito.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0B4173-C685-4F37-8C94-0452EEC5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92182E-1FDE-4053-800F-818A4C6D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596159-E711-4D9B-9D86-D70028E6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Relatório com dados de ontem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23D40E-B4D0-42D5-8703-C2889775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atrasou. Relatório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enviado para diretoria com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snapshot do dia anterior.</a:t>
            </a:r>
          </a:p>
        </p:txBody>
      </p:sp>
    </p:spTree>
    <p:extLst>
      <p:ext uri="{BB962C8B-B14F-4D97-AF65-F5344CB8AC3E}">
        <p14:creationId xmlns:p14="http://schemas.microsoft.com/office/powerpoint/2010/main" val="8676777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5395CB-E897-4B82-B40A-7FD4D086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f1c253bd64d4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61D2E-B638-459A-8DE4-C98CE620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57CE6-3729-4672-A0AC-183D411B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E520C-063A-4145-A4E4-EFDDFE8D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D4E93-0FC7-4D90-B49A-5DADE44D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b297ef1c54c80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63E90-139E-4E80-B326-5FB57B4A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5E17BC-06B2-48A4-911F-27CDDC93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Análise Coletiva — Ex 8.1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86F00-83C3-4235-AD4D-741FA5DC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Vocabulário das 5 dimensões aplicado a um dataset com 6 problemas reais.</a:t>
            </a:r>
          </a:p>
        </p:txBody>
      </p:sp>
    </p:spTree>
    <p:extLst>
      <p:ext uri="{BB962C8B-B14F-4D97-AF65-F5344CB8AC3E}">
        <p14:creationId xmlns:p14="http://schemas.microsoft.com/office/powerpoint/2010/main" val="16369509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E36311-9C4C-495D-9C69-67C2BF66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12de1383c44745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0B408-D1AB-4183-9788-8FE9708C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AB07E-D68B-4372-B4FA-CC2E7386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7CFDF-A9FC-4191-ADC0-9D439A9E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7450D-1E4E-4151-9894-2065B57A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2C3A5-6086-4557-8917-69D8C864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AS 5 DIMENSÕES DE QUALIDADE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13A1FD-8F00-4A44-9B44-1543BEBE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Vocabulário comum para classificar problemas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DBBB0-DDFF-4D08-9517-ACEBE912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Não são categorias mutuamente exclusivas. Um problema pode violar mais de uma.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C49F8-B4FB-4CA7-B455-A70A5B42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E18FB-5AF2-4CFA-BBF7-3BE51BED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EF1F7-D11D-42AB-896C-81CEF259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Completude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7F7EE-6AA5-41D7-BB6B-AF62BA80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Há valores nulos onde não deveria? cliente_id None viola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completude.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059F3-D646-4993-A173-1F8EED36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ABF976-9BFB-4D41-B9B8-666FE87B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EB3C06-B17B-4B31-BC8E-B9A1D153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Consistência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73C975-5A77-4D65-9B08-03564E18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Integridade referencial. produto_id=999 referencia produto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inexistente.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5DD525-AAF0-49C0-B5AD-FA2FFB0E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C93C50-68FF-46FE-B409-FDC0B2E5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F24655-2946-49E0-9BFA-D64BD309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Acurácia + Validade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97C8DA-CA6B-45EE-B84A-79801D98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Valores fazem sentido? quantidade=0 ou valor_total&lt;0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violam regras de negócio.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B2A6EC-2D94-467C-B30D-5A1F17B5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124409-A1CA-4BB5-92F4-5D69510C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04382D-A486-47CF-88AD-4E5FCC46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Unicidade + Timeliness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ADE06F-55C9-4075-AFBF-FC5650CA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Duplicatas, datas inválidas (32-13-2024), dados antigos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demais para o uso.</a:t>
            </a:r>
          </a:p>
        </p:txBody>
      </p:sp>
    </p:spTree>
    <p:extLst>
      <p:ext uri="{BB962C8B-B14F-4D97-AF65-F5344CB8AC3E}">
        <p14:creationId xmlns:p14="http://schemas.microsoft.com/office/powerpoint/2010/main" val="12543209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0DB930-D1E8-447C-B57A-6A824871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226e785a74b3e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27630-DC6F-495D-848E-363ACDDD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2821D-7403-47AF-8BA3-513A4843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E01E1-2B62-44E2-845B-13B93905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61745-0C6C-4534-BA2A-95040115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32BCD-700D-44B2-943F-D2AEAEBB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PONTO DE DISCUSSÃO RICO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7B48E-0156-4A8B-943F-84C87CBF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produto_id = 999 — qual dimensão viola?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521CD-349F-4099-A59D-6F597D85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Costuma gerar debate. Ambas as classificações estão corretas — o ponto é entender o porquê.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CE67F-D883-4DE9-BD84-D67F7133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5792D3-0244-44F4-8B4C-BA776288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98F6E-C744-41CA-9F8E-CBFBC052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Acurácia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4C135F-9BE3-4C9D-8B05-A2A4FFAC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999 não é um produto real. 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valor está errado independente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do que outras tabelas dizem.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424A30-9B44-4C50-8974-F269A009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8CE93-7AA7-4D4B-B0B7-87752607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7A8E62-A28E-4DE9-B4EB-53D0A627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Consistência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A1CDE6-6F75-4EC8-86C8-D357A794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999 não existe na tabela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produtos. Viola a integridade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referencial entre tabelas.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BAD60-DAD2-4E6C-B1CB-0DE2BDE5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7EB2C9-CE60-4F2F-8A26-4BF29380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34CE7E-4970-440C-8E8A-995B6D4A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Dimensões não competem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34586E-2BDA-4D53-B00D-F3AABC6D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Destacam aspectos diferentes 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mesmo problema. Escolha a que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comunica melhor.</a:t>
            </a:r>
          </a:p>
        </p:txBody>
      </p:sp>
    </p:spTree>
    <p:extLst>
      <p:ext uri="{BB962C8B-B14F-4D97-AF65-F5344CB8AC3E}">
        <p14:creationId xmlns:p14="http://schemas.microsoft.com/office/powerpoint/2010/main" val="14594805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27A9BC-300B-4EC6-A5BF-F1A89C49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71f304c2c46b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BBC3B-E3C1-46C8-B032-5640CB4B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2145F-65F0-4CF6-8489-694D9ED2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22D62-B9AC-4497-BF6E-368D68D1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AE476-9E7B-4492-8D5E-9A0088BC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4e830cde44b5e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3508B4-C8E9-43D2-8BBB-7ED4910E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8F2820-9467-4E65-9A55-DC7DF93A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TDD na Prática — Ex 8.3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9DF22-74E4-4AB5-B101-910910E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Experimentar o ciclo vermelho-verde. Testes antes da implementação.</a:t>
            </a:r>
          </a:p>
        </p:txBody>
      </p:sp>
    </p:spTree>
    <p:extLst>
      <p:ext uri="{BB962C8B-B14F-4D97-AF65-F5344CB8AC3E}">
        <p14:creationId xmlns:p14="http://schemas.microsoft.com/office/powerpoint/2010/main" val="8329552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5FD775-B5D6-4069-8E83-51C4DEFF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3ab08e9694756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736BB-95E0-4DCB-A1A7-A26CE4F2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CB79A-449A-481E-A200-E9633620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F56D2F-751D-483B-B19F-59A3CB06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CEEA0-8910-456D-9D9F-E341EF0E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F92B9-99DD-4D31-8220-4E2F4B5D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FASE VERMELHA — 15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5DF773-5549-4299-B387-48DB47FC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Escrever os testes primeiro — todos falhando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84E0D-6EB7-45F7-8529-68A6618B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Função transformar ainda vazia. Cada teste rodado retorna vermelho. Celebrar.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0E4C1E-73CB-4822-B488-4CC6B217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6361F-07AC-4D46-BCAA-6762DA9D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38AC46-900D-4049-BFA6-9DD1FA2D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PRIMEIRO TESTE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F4627A-54A3-4EA1-8B76-7314F63A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import pandas as pd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import pytest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def transformar(df):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pass  # ainda não implementado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def make_df(**kwargs):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defaults = {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'venda_id': [1],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'cliente_id': [10],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'valor_total': [100.0],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'quantidade': [2],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}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defaults.update(kwargs)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return pd.DataFrame(defaults)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def test_caso_feliz():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 = make_df()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resultado = transformar(df)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assert len(resultado) ==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4A3DE8-7DF9-46DA-9587-3CD4F215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F7792-2F82-46C4-B213-ECC981E1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69144F-35B7-4BE4-B40C-806AF278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EXECUÇÃO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3AAB0-1D02-4374-922A-B34FD30E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$ pytest test_pipeline.py -v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FAILED test_caso_feliz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AssertionError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=========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1 failed in 0.02s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Este é o estado correto.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O teste detecta o problema: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a função ainda não existe.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Agora podemos implementar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com confiança.</a:t>
            </a:r>
          </a:p>
        </p:txBody>
      </p:sp>
    </p:spTree>
    <p:extLst>
      <p:ext uri="{BB962C8B-B14F-4D97-AF65-F5344CB8AC3E}">
        <p14:creationId xmlns:p14="http://schemas.microsoft.com/office/powerpoint/2010/main" val="16953221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9D53C3-F5AF-4BBF-9029-B0AF0CB3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2860b78521444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1C048B-FE54-41BE-8577-DF692A6F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FE09B-0851-407C-84C6-7581AF35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358D5-998C-473D-B0EC-746D0777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CB3C99-0E96-46C3-AF0E-977D86BA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F9540-E5F4-47D8-8C15-7ED1B790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FASE VERDE — 20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34E69-E542-4F4B-94F2-019C4F90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Implementar até que todos os testes passem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25BED-C1F4-401B-BB32-45122EA0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Sem escrever mais código do que o necessário. Cada teste guia uma decisão.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2BFD3-C9B8-465E-A9AE-5FE3C0DF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69509-9617-4A0E-BA80-5EC29F30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5E65B5-2662-4575-A42E-27000388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IMPLEMENTAÇÃO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058555-8838-44DB-BC12-D644538B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def transformar(df):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 = df.copy()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 = df.drop_duplicates(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subset=['venda_id'],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keep='first'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 = df.dropna(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subset=['cliente_id',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'valor_total',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'quantidade']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 = df[df['quantidade'] &gt; 0]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df['valor_unitario'] =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df['valor_total']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/ df['quantidade']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return df.reset_index(drop=True)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A2304-9E68-443B-B119-F3E3598B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1A561-F87E-41A1-807A-BB736E1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331961-0CCD-420C-8EDF-6342E6E0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EXECUÇÃO FINAL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1266ED-1D3B-440F-A4CE-0898B1B1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$ pytest test_pipeline.py -v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PASSED test_caso_feliz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PASSED test_duplicatas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PASSED test_nulos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PASSED test_quantidade_zero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=========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4 passed in 0.03s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O que mudou? Apenas o código.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Os testes são o contrato.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Implementação é como atendemos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ao contrato.</a:t>
            </a:r>
          </a:p>
        </p:txBody>
      </p:sp>
    </p:spTree>
    <p:extLst>
      <p:ext uri="{BB962C8B-B14F-4D97-AF65-F5344CB8AC3E}">
        <p14:creationId xmlns:p14="http://schemas.microsoft.com/office/powerpoint/2010/main" val="15461276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533243-FA92-4BED-BD0D-C648B2FC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848e3ffed412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5A04A-4D06-47A0-94A7-E00AC5D4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F10D6-2277-4F57-9E9D-A3CF8EA3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AA34C-8EA0-49CA-A070-AA3AE364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007B5F-DEB1-42F7-8ED6-38EE750A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85db60f9e4a96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CE483-1F95-485E-ADBF-4B4FC5DD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4A982-7B48-47FC-82C2-69F57983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Fechamento da Trilha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CBD06-4A75-4805-B934-CB218B49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Linha do tempo dos 8 módulos. O que fica. Próximos passos com ferramentas específicas.</a:t>
            </a:r>
          </a:p>
        </p:txBody>
      </p:sp>
    </p:spTree>
    <p:extLst>
      <p:ext uri="{BB962C8B-B14F-4D97-AF65-F5344CB8AC3E}">
        <p14:creationId xmlns:p14="http://schemas.microsoft.com/office/powerpoint/2010/main" val="21433691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62361F-527D-4D1B-937E-0300A77F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1fe887d754bd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44841-0A13-4F58-8900-9F2B270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F2C57-6F0E-4117-8BD6-A514CC93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0D96F-4BFC-4FAA-BC10-5A1B36EC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825C3-01FB-46F0-9E54-9F0FD27B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EBA16-C9C7-4526-BDA8-97101166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LINHA DO TEMPO — 1ª METADE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3CCD8-503C-4582-8A2F-1E2BCA39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Módulos 1 a 4 — fundação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4068C-3ACD-471C-9958-C23FC561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Da pergunta "o que eu preciso do dado?" ao primeiro pipeline ETL em Python.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AC546-A294-44EC-B36D-5086C98E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2FFC0A-1D5A-44CE-820C-280DA424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703DB3-9A85-446D-9C25-AF2A7DD3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1 — 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A0C76-0823-47C2-9B01-91A8E85F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SELECT, JOIN, agregações. A pergunta "o que eu preciso 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dado?"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89E94A-4FF2-473A-90F8-72EFB6EB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BAD99-12BB-4021-B9DD-220287E5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3E51AC-5BD7-45CE-9A94-3CB7CE45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2 — Modelagem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67571C-CD08-4C0B-BE89-BCF69E4B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Entidades, chaves, normalização. Como pensar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relacionamentos entre dados.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B26E75-5D16-43CF-9027-50CF5044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BE7C75-90C1-4459-881E-23D27942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89D6DA-05DF-45B5-8B28-234A149E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3 — Formatos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A726C0-597E-40A0-9BCA-A770153D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CSV, JSON, Parquet. Por que o formato importa para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performance.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269203-48A9-4DEF-8C2C-74562385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17EEA7-957E-4078-A90F-CD467C41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E01DB1-4BC0-4DFD-A297-34E8B8F3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4 — Python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008D5D-E906-46E0-8E20-71D6D9AC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pandas + sqlite3. Primeiro pipeline ETL funcionando.</a:t>
            </a:r>
          </a:p>
        </p:txBody>
      </p:sp>
    </p:spTree>
    <p:extLst>
      <p:ext uri="{BB962C8B-B14F-4D97-AF65-F5344CB8AC3E}">
        <p14:creationId xmlns:p14="http://schemas.microsoft.com/office/powerpoint/2010/main" val="4368441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E63A0F-9C09-4976-858F-177EBC7E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2f657951f462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7C89F-39FD-4CD1-9B82-434DB01D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5D3873-71C0-4B1F-B50E-832EB0FA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9D8AC-CD69-4239-8512-33297B1B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6DDB0E-093E-405F-9E5A-D8F01BAA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722BB-C67F-4152-8D25-4384E438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LINHA DO TEMPO — 2ª METADE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47C75B-EDB2-430E-977D-50390649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Módulos 5 a 8 — produção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B76DFF-498D-499B-96E7-8DEA26A0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Da idempotência aos testes de qualidade. Pipeline robusto e versionado.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0CCCE-4742-44F4-8E63-39B0FFE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C35B5-304E-4EE1-AF61-6E403EE3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C0F320-CA4A-42E7-A034-A59076F3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5 — ETL/ELT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3A118-8F09-4C9B-966A-61AFD4CC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Idempotência, logging, falha explícita. Pipeline que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sobrevive.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74E5E7-B731-4E9F-91A1-8E981C4C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7B91E0-945F-490D-8253-1CB272A7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EC3DA8-93EA-4529-8464-68E88607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6 — Pipelines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ADF33-ACAC-4C9F-AE35-7C770611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Airflow, DAGs, Git. A diferença entre script e pipeline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produção.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3C24A4-155B-42E4-90B9-712D6D8E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D9743-A2F6-4AF1-A696-9634B222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60741-2C12-4AB6-AB94-8722B137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7 — Armazenamento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901F86-005F-4367-96ED-920C8253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Data Lake, Lakehouse, Spark. Onde os dados vivem e como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escalam.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1C745D-D506-451A-86FF-C8CC1FFC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0D30F6-05D1-44F2-B731-719C88E8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289305-06AA-4913-996B-D1851E8C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8 — Qualidade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9826F4-4565-4821-AD93-DB9CE8A2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5 dimensões, validações, TDD. Dado ruim é pior que dado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ausente.</a:t>
            </a:r>
          </a:p>
        </p:txBody>
      </p:sp>
    </p:spTree>
    <p:extLst>
      <p:ext uri="{BB962C8B-B14F-4D97-AF65-F5344CB8AC3E}">
        <p14:creationId xmlns:p14="http://schemas.microsoft.com/office/powerpoint/2010/main" val="4368245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059B2F-F2B6-4889-A383-5B6F4C27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9b55b31f94b5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0DEE7-061A-40B3-962E-405EEC01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E990E5-9AF1-4ED5-898C-277E6FED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98E2D-ADD1-409C-8E77-1980F08D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A4DEEE-E4AD-4CB3-BE73-81EEB789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B4A66-79F2-4F90-8194-011E7FE2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PRÓXIMOS PASSOS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0FE71F-D252-4979-BB7F-A9ED65DA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Ferramentas específicas que apoiam o que vocês aprenderam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AF4A3-C996-4DA5-AC98-6755E8DC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A diferença entre usar e entender essas ferramentas é ter construído o fundamento na mão.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63738-AF64-445D-8A7E-C694E6D5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F2272-6691-48D0-873E-455F6557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4CDAC-17D5-484B-8E1A-AA2D2DBB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Qualidade declarativa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0749DE-06B1-44D7-83E3-9BB6CF93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Great Expectations + dbt tests.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Validações estruturadas,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relatórios automáticos.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AB02D-688C-4122-A016-45A9CBB5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6D3BA4-90A5-4A4F-B451-B5E0A315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786C-D454-4AEA-9490-9F934525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Observabilidade em escala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EF0333-F1B6-444D-BAFC-0C980AF6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Monte Carlo + Soda. Detecção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automática de anomalias. SLA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dados.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7855A9-49E6-4AFF-9EBC-0DE17559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E553C4-1597-42E5-B648-D8A2C7A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6F218E-B6B9-4D55-B5BE-7D114B40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Orquestração em produção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FDA201-EDCC-43A5-A29D-1E688511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Airflow + Prefect em escala.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Multi-tenancy, RBAC,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observabilidade integrada.</a:t>
            </a:r>
          </a:p>
        </p:txBody>
      </p:sp>
    </p:spTree>
    <p:extLst>
      <p:ext uri="{BB962C8B-B14F-4D97-AF65-F5344CB8AC3E}">
        <p14:creationId xmlns:p14="http://schemas.microsoft.com/office/powerpoint/2010/main" val="20941998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7C23AC-C3F2-4973-89BD-4391F6A1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cdde71cfd442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FE1ADD-67AD-4F2A-83F4-4C056E6E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2E337-725E-4D91-8F3E-F5ABD4BF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C49E2-2DB1-476B-9AB3-CAF8BEE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15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09d6701a1473e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49AB8-DEF9-4F73-9BC7-31B9C2AB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0849E4-C026-4D8C-8B0D-77BA15B9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8 — Encerramento  •  Parabéns pelo percurso</a:t>
            </a:r>
          </a:p>
        </p:txBody>
      </p:sp>
    </p:spTree>
    <p:extLst>
      <p:ext uri="{BB962C8B-B14F-4D97-AF65-F5344CB8AC3E}">
        <p14:creationId xmlns:p14="http://schemas.microsoft.com/office/powerpoint/2010/main" val="8716197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2026-05-11T15:40:21.9610000Z</dcterms:created>
  <dcterms:modified xsi:type="dcterms:W3CDTF">2026-05-11T15:40:21.9610000Z</dcterms:modified>
</coreProperties>
</file>
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b7fd98f2a043e2" /><Relationship Type="http://schemas.openxmlformats.org/officeDocument/2006/relationships/extended-properties" Target="/docProps/app.xml" Id="Rb6da73ce6668416c" /><Relationship Type="http://schemas.openxmlformats.org/officeDocument/2006/relationships/officeDocument" Target="/ppt/presentation.xml" Id="Re1ff694dcea441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00c4d878714716"/>
  </p:sldMasterIdLst>
  <p:notesMasterIdLst>
    <p:notesMasterId xmlns:r="http://schemas.openxmlformats.org/officeDocument/2006/relationships" r:id="R668d23d6336c4890"/>
  </p:notesMasterIdLst>
  <p:sldIdLst>
    <p:sldId xmlns:r="http://schemas.openxmlformats.org/officeDocument/2006/relationships" id="256" r:id="R37a7ccd83cef4d93"/>
    <p:sldId xmlns:r="http://schemas.openxmlformats.org/officeDocument/2006/relationships" id="257" r:id="R5edefa36120d43b9"/>
    <p:sldId xmlns:r="http://schemas.openxmlformats.org/officeDocument/2006/relationships" id="258" r:id="R251a8d3881d5425e"/>
    <p:sldId xmlns:r="http://schemas.openxmlformats.org/officeDocument/2006/relationships" id="259" r:id="Rdbeea1963da34f65"/>
    <p:sldId xmlns:r="http://schemas.openxmlformats.org/officeDocument/2006/relationships" id="260" r:id="R1e855b7f1c4d45d0"/>
    <p:sldId xmlns:r="http://schemas.openxmlformats.org/officeDocument/2006/relationships" id="261" r:id="Rb52b31ff0f354f7b"/>
    <p:sldId xmlns:r="http://schemas.openxmlformats.org/officeDocument/2006/relationships" id="262" r:id="Rd62dbf4d2cfd4b80"/>
    <p:sldId xmlns:r="http://schemas.openxmlformats.org/officeDocument/2006/relationships" id="263" r:id="R8cbe92d506f54ae2"/>
    <p:sldId xmlns:r="http://schemas.openxmlformats.org/officeDocument/2006/relationships" id="264" r:id="R6d1b7e454aa241b5"/>
    <p:sldId xmlns:r="http://schemas.openxmlformats.org/officeDocument/2006/relationships" id="265" r:id="Rf620a1dfe0ce4947"/>
    <p:sldId xmlns:r="http://schemas.openxmlformats.org/officeDocument/2006/relationships" id="266" r:id="R94848805be3148d4"/>
    <p:sldId xmlns:r="http://schemas.openxmlformats.org/officeDocument/2006/relationships" id="267" r:id="R3ccb292e0f9c413a"/>
    <p:sldId xmlns:r="http://schemas.openxmlformats.org/officeDocument/2006/relationships" id="268" r:id="Re0c0fd81d6434aec"/>
    <p:sldId xmlns:r="http://schemas.openxmlformats.org/officeDocument/2006/relationships" id="269" r:id="R4a54e2d898ed43b0"/>
    <p:sldId xmlns:r="http://schemas.openxmlformats.org/officeDocument/2006/relationships" id="270" r:id="Rd7585b528ea442ba"/>
    <p:sldId xmlns:r="http://schemas.openxmlformats.org/officeDocument/2006/relationships" id="271" r:id="R1f87a8f23047463a"/>
    <p:sldId xmlns:r="http://schemas.openxmlformats.org/officeDocument/2006/relationships" id="272" r:id="R68e42df552b1421c"/>
    <p:sldId xmlns:r="http://schemas.openxmlformats.org/officeDocument/2006/relationships" id="273" r:id="R9eec9ef7b147429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00c4d878714716" /><Relationship Type="http://schemas.openxmlformats.org/officeDocument/2006/relationships/theme" Target="/ppt/theme/theme1.xml" Id="R15b5c93fce9b4d5b" /><Relationship Type="http://schemas.openxmlformats.org/officeDocument/2006/relationships/notesMaster" Target="/ppt/notesMasters/notesMaster1.xml" Id="R668d23d6336c4890" /><Relationship Type="http://schemas.openxmlformats.org/officeDocument/2006/relationships/presProps" Target="/ppt/presProps.xml" Id="Reca1de6e7d9744f8" /><Relationship Type="http://schemas.openxmlformats.org/officeDocument/2006/relationships/viewProps" Target="/ppt/viewProps.xml" Id="R3137cc22b9eb40f3" /><Relationship Type="http://schemas.openxmlformats.org/officeDocument/2006/relationships/tableStyles" Target="/ppt/tableStyles.xml" Id="Rcfd65b8815a041ea" /><Relationship Type="http://schemas.openxmlformats.org/officeDocument/2006/relationships/slide" Target="/ppt/slides/slide1.xml" Id="R37a7ccd83cef4d93" /><Relationship Type="http://schemas.openxmlformats.org/officeDocument/2006/relationships/slide" Target="/ppt/slides/slide2.xml" Id="R5edefa36120d43b9" /><Relationship Type="http://schemas.openxmlformats.org/officeDocument/2006/relationships/slide" Target="/ppt/slides/slide3.xml" Id="R251a8d3881d5425e" /><Relationship Type="http://schemas.openxmlformats.org/officeDocument/2006/relationships/slide" Target="/ppt/slides/slide4.xml" Id="Rdbeea1963da34f65" /><Relationship Type="http://schemas.openxmlformats.org/officeDocument/2006/relationships/slide" Target="/ppt/slides/slide5.xml" Id="R1e855b7f1c4d45d0" /><Relationship Type="http://schemas.openxmlformats.org/officeDocument/2006/relationships/slide" Target="/ppt/slides/slide6.xml" Id="Rb52b31ff0f354f7b" /><Relationship Type="http://schemas.openxmlformats.org/officeDocument/2006/relationships/slide" Target="/ppt/slides/slide7.xml" Id="Rd62dbf4d2cfd4b80" /><Relationship Type="http://schemas.openxmlformats.org/officeDocument/2006/relationships/slide" Target="/ppt/slides/slide8.xml" Id="R8cbe92d506f54ae2" /><Relationship Type="http://schemas.openxmlformats.org/officeDocument/2006/relationships/slide" Target="/ppt/slides/slide9.xml" Id="R6d1b7e454aa241b5" /><Relationship Type="http://schemas.openxmlformats.org/officeDocument/2006/relationships/slide" Target="/ppt/slides/slide10.xml" Id="Rf620a1dfe0ce4947" /><Relationship Type="http://schemas.openxmlformats.org/officeDocument/2006/relationships/slide" Target="/ppt/slides/slide11.xml" Id="R94848805be3148d4" /><Relationship Type="http://schemas.openxmlformats.org/officeDocument/2006/relationships/slide" Target="/ppt/slides/slide12.xml" Id="R3ccb292e0f9c413a" /><Relationship Type="http://schemas.openxmlformats.org/officeDocument/2006/relationships/slide" Target="/ppt/slides/slide13.xml" Id="Re0c0fd81d6434aec" /><Relationship Type="http://schemas.openxmlformats.org/officeDocument/2006/relationships/slide" Target="/ppt/slides/slide14.xml" Id="R4a54e2d898ed43b0" /><Relationship Type="http://schemas.openxmlformats.org/officeDocument/2006/relationships/slide" Target="/ppt/slides/slide15.xml" Id="Rd7585b528ea442ba" /><Relationship Type="http://schemas.openxmlformats.org/officeDocument/2006/relationships/slide" Target="/ppt/slides/slide16.xml" Id="R1f87a8f23047463a" /><Relationship Type="http://schemas.openxmlformats.org/officeDocument/2006/relationships/slide" Target="/ppt/slides/slide17.xml" Id="R68e42df552b1421c" /><Relationship Type="http://schemas.openxmlformats.org/officeDocument/2006/relationships/slide" Target="/ppt/slides/slide18.xml" Id="R9eec9ef7b14742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f72bf178b7a4b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15afc2659d43fd" /><Relationship Type="http://schemas.openxmlformats.org/officeDocument/2006/relationships/notesMaster" Target="/ppt/notesMasters/notesMaster1.xml" Id="R745b6ff366c34a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0139e97c1347f7" /><Relationship Type="http://schemas.openxmlformats.org/officeDocument/2006/relationships/notesMaster" Target="/ppt/notesMasters/notesMaster1.xml" Id="R4efaaffc263845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c8597473f54dfa" /><Relationship Type="http://schemas.openxmlformats.org/officeDocument/2006/relationships/notesMaster" Target="/ppt/notesMasters/notesMaster1.xml" Id="Ra8c64b58bd4045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fe4891d9ce4015" /><Relationship Type="http://schemas.openxmlformats.org/officeDocument/2006/relationships/notesMaster" Target="/ppt/notesMasters/notesMaster1.xml" Id="R9237651478a141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f65236bb904f22" /><Relationship Type="http://schemas.openxmlformats.org/officeDocument/2006/relationships/notesMaster" Target="/ppt/notesMasters/notesMaster1.xml" Id="R806ebf4db3de47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19449f87f64d92" /><Relationship Type="http://schemas.openxmlformats.org/officeDocument/2006/relationships/notesMaster" Target="/ppt/notesMasters/notesMaster1.xml" Id="Rf807cebc859e4d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bc87b661ec47f4" /><Relationship Type="http://schemas.openxmlformats.org/officeDocument/2006/relationships/notesMaster" Target="/ppt/notesMasters/notesMaster1.xml" Id="Rcdaa09f69f2e48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8472ea3827405e" /><Relationship Type="http://schemas.openxmlformats.org/officeDocument/2006/relationships/notesMaster" Target="/ppt/notesMasters/notesMaster1.xml" Id="Rb8b7215a4e5942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a53eea81ba48c3" /><Relationship Type="http://schemas.openxmlformats.org/officeDocument/2006/relationships/notesMaster" Target="/ppt/notesMasters/notesMaster1.xml" Id="R126c20b318384e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8b92345f0f4cf0" /><Relationship Type="http://schemas.openxmlformats.org/officeDocument/2006/relationships/notesMaster" Target="/ppt/notesMasters/notesMaster1.xml" Id="Rac84b64ef0ab46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c4a4d5cf31413e" /><Relationship Type="http://schemas.openxmlformats.org/officeDocument/2006/relationships/notesMaster" Target="/ppt/notesMasters/notesMaster1.xml" Id="R8df4aeb87ed74f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a9655aeb384622" /><Relationship Type="http://schemas.openxmlformats.org/officeDocument/2006/relationships/notesMaster" Target="/ppt/notesMasters/notesMaster1.xml" Id="R99e132f86fd24ab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d4c351f0e0841cc" /><Relationship Type="http://schemas.openxmlformats.org/officeDocument/2006/relationships/notesMaster" Target="/ppt/notesMasters/notesMaster1.xml" Id="R51a8ef356362492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de77934f314aa3" /><Relationship Type="http://schemas.openxmlformats.org/officeDocument/2006/relationships/notesMaster" Target="/ppt/notesMasters/notesMaster1.xml" Id="R652c0fccfbc34d8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a53a16ea5cd40a7" /><Relationship Type="http://schemas.openxmlformats.org/officeDocument/2006/relationships/notesMaster" Target="/ppt/notesMasters/notesMaster1.xml" Id="R3bef4fb8c5c74c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31f5213b51d4a9c" /><Relationship Type="http://schemas.openxmlformats.org/officeDocument/2006/relationships/notesMaster" Target="/ppt/notesMasters/notesMaster1.xml" Id="Re95f1f51068b471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4248fcd26f9424e" /><Relationship Type="http://schemas.openxmlformats.org/officeDocument/2006/relationships/notesMaster" Target="/ppt/notesMasters/notesMaster1.xml" Id="R0cea3b94fd1d40e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77cc27c721441a7" /><Relationship Type="http://schemas.openxmlformats.org/officeDocument/2006/relationships/notesMaster" Target="/ppt/notesMasters/notesMaster1.xml" Id="R9f366caa80b64c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cbe1a59ffb427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2bfec770e9d44a8" /><Relationship Type="http://schemas.openxmlformats.org/officeDocument/2006/relationships/slideLayout" Target="/ppt/slideLayouts/slideLayout2.xml" Id="R5818b908441d44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18b908441d44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c809d842fe4187" /><Relationship Type="http://schemas.openxmlformats.org/officeDocument/2006/relationships/image" Target="/ppt/media/image.png" Id="Rc0e336b91213426f" /><Relationship Type="http://schemas.openxmlformats.org/officeDocument/2006/relationships/image" Target="/ppt/media/image2.png" Id="R22793ea9f5e9499c" /><Relationship Type="http://schemas.openxmlformats.org/officeDocument/2006/relationships/notesSlide" Target="/ppt/notesSlides/notesSlide1.xml" Id="R0319f802385345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6fa812c30d4a79" /><Relationship Type="http://schemas.openxmlformats.org/officeDocument/2006/relationships/image" Target="/ppt/media/image3.png" Id="Ra49c8673af984dbf" /><Relationship Type="http://schemas.openxmlformats.org/officeDocument/2006/relationships/notesSlide" Target="/ppt/notesSlides/notesSlide2.xml" Id="R5bdb6ea242af4b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ad3ffe68104867" /><Relationship Type="http://schemas.openxmlformats.org/officeDocument/2006/relationships/image" Target="/ppt/media/image4.png" Id="R38faa94fb2d14cb8" /><Relationship Type="http://schemas.openxmlformats.org/officeDocument/2006/relationships/image" Target="/ppt/media/image5.png" Id="Rfd3ff72e23fd4f13" /><Relationship Type="http://schemas.openxmlformats.org/officeDocument/2006/relationships/notesSlide" Target="/ppt/notesSlides/notesSlide3.xml" Id="Rab4ddec762344e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1e2facd12047b4" /><Relationship Type="http://schemas.openxmlformats.org/officeDocument/2006/relationships/image" Target="/ppt/media/image6.png" Id="R7feb84a1799242ac" /><Relationship Type="http://schemas.openxmlformats.org/officeDocument/2006/relationships/notesSlide" Target="/ppt/notesSlides/notesSlide4.xml" Id="Red96994c7ce046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1450c9d93a44c6" /><Relationship Type="http://schemas.openxmlformats.org/officeDocument/2006/relationships/image" Target="/ppt/media/image7.png" Id="R0591c910a3dc4744" /><Relationship Type="http://schemas.openxmlformats.org/officeDocument/2006/relationships/image" Target="/ppt/media/image8.png" Id="R80b92cc292ff43f8" /><Relationship Type="http://schemas.openxmlformats.org/officeDocument/2006/relationships/notesSlide" Target="/ppt/notesSlides/notesSlide5.xml" Id="R52597b10a9e245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463cc8a2ab468a" /><Relationship Type="http://schemas.openxmlformats.org/officeDocument/2006/relationships/image" Target="/ppt/media/image9.png" Id="R5a2d7c8e0fb945d5" /><Relationship Type="http://schemas.openxmlformats.org/officeDocument/2006/relationships/notesSlide" Target="/ppt/notesSlides/notesSlide6.xml" Id="R26b39c6f677d44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61f6fe60134ac9" /><Relationship Type="http://schemas.openxmlformats.org/officeDocument/2006/relationships/image" Target="/ppt/media/image10.png" Id="R40a11373e14b49eb" /><Relationship Type="http://schemas.openxmlformats.org/officeDocument/2006/relationships/notesSlide" Target="/ppt/notesSlides/notesSlide7.xml" Id="R60f52c0febe84b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36472b4557461d" /><Relationship Type="http://schemas.openxmlformats.org/officeDocument/2006/relationships/image" Target="/ppt/media/image11.png" Id="Rc834c8f026494555" /><Relationship Type="http://schemas.openxmlformats.org/officeDocument/2006/relationships/notesSlide" Target="/ppt/notesSlides/notesSlide8.xml" Id="R211ff93b032740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38bb70196b4103" /><Relationship Type="http://schemas.openxmlformats.org/officeDocument/2006/relationships/image" Target="/ppt/media/image12.png" Id="R374fddb47def468d" /><Relationship Type="http://schemas.openxmlformats.org/officeDocument/2006/relationships/image" Target="/ppt/media/image13.png" Id="R95b4b2bbe2b54994" /><Relationship Type="http://schemas.openxmlformats.org/officeDocument/2006/relationships/notesSlide" Target="/ppt/notesSlides/notesSlide9.xml" Id="Rf55a57361f234f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218b3219964612" /><Relationship Type="http://schemas.openxmlformats.org/officeDocument/2006/relationships/image" Target="/ppt/media/image14.png" Id="Rb9af4e12d9244f5b" /><Relationship Type="http://schemas.openxmlformats.org/officeDocument/2006/relationships/notesSlide" Target="/ppt/notesSlides/notesSlide10.xml" Id="Ree14f584b4ef4e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375139b2ab4e3c" /><Relationship Type="http://schemas.openxmlformats.org/officeDocument/2006/relationships/image" Target="/ppt/media/image15.png" Id="R135e253299bd4178" /><Relationship Type="http://schemas.openxmlformats.org/officeDocument/2006/relationships/notesSlide" Target="/ppt/notesSlides/notesSlide11.xml" Id="Re21ac6c12ba74c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b128f77e55432d" /><Relationship Type="http://schemas.openxmlformats.org/officeDocument/2006/relationships/image" Target="/ppt/media/image16.png" Id="R2119d09be22d42b5" /><Relationship Type="http://schemas.openxmlformats.org/officeDocument/2006/relationships/image" Target="/ppt/media/image17.png" Id="R1869965ad3194f0f" /><Relationship Type="http://schemas.openxmlformats.org/officeDocument/2006/relationships/notesSlide" Target="/ppt/notesSlides/notesSlide12.xml" Id="R4babecc8183e48c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82b2b85b60452f" /><Relationship Type="http://schemas.openxmlformats.org/officeDocument/2006/relationships/image" Target="/ppt/media/image18.png" Id="Rec5aac5acc89400a" /><Relationship Type="http://schemas.openxmlformats.org/officeDocument/2006/relationships/notesSlide" Target="/ppt/notesSlides/notesSlide13.xml" Id="R3e77744b910449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921a60909d462d" /><Relationship Type="http://schemas.openxmlformats.org/officeDocument/2006/relationships/image" Target="/ppt/media/image19.png" Id="Rda23a5be46704ab3" /><Relationship Type="http://schemas.openxmlformats.org/officeDocument/2006/relationships/notesSlide" Target="/ppt/notesSlides/notesSlide14.xml" Id="R24ebb4d859064ae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56bfb9dfc542e2" /><Relationship Type="http://schemas.openxmlformats.org/officeDocument/2006/relationships/image" Target="/ppt/media/image20.png" Id="R64e3454c14af4aa6" /><Relationship Type="http://schemas.openxmlformats.org/officeDocument/2006/relationships/image" Target="/ppt/media/image21.png" Id="Ra9df4f7f985743ce" /><Relationship Type="http://schemas.openxmlformats.org/officeDocument/2006/relationships/notesSlide" Target="/ppt/notesSlides/notesSlide15.xml" Id="Rd63b5c34a2964a3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f1e185cd9548c2" /><Relationship Type="http://schemas.openxmlformats.org/officeDocument/2006/relationships/image" Target="/ppt/media/image22.png" Id="R3fbb08c801ab4ab3" /><Relationship Type="http://schemas.openxmlformats.org/officeDocument/2006/relationships/notesSlide" Target="/ppt/notesSlides/notesSlide16.xml" Id="Rb4edf3c942ff48a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f51c0f79494385" /><Relationship Type="http://schemas.openxmlformats.org/officeDocument/2006/relationships/image" Target="/ppt/media/image23.png" Id="R071a983392f948b9" /><Relationship Type="http://schemas.openxmlformats.org/officeDocument/2006/relationships/notesSlide" Target="/ppt/notesSlides/notesSlide17.xml" Id="R61f196dd270c445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f14cc325b8421c" /><Relationship Type="http://schemas.openxmlformats.org/officeDocument/2006/relationships/image" Target="/ppt/media/image24.png" Id="Rb6834cb5a05541aa" /><Relationship Type="http://schemas.openxmlformats.org/officeDocument/2006/relationships/image" Target="/ppt/media/image25.png" Id="R1dd9a48768db4ace" /><Relationship Type="http://schemas.openxmlformats.org/officeDocument/2006/relationships/notesSlide" Target="/ppt/notesSlides/notesSlide18.xml" Id="R891113b58e414e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4D10C8-15B2-473D-A0CF-15E6ABAE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336b91213426f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41D3C-DD6E-404D-99AD-CEF16830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30B3D-33FF-440D-9BCC-51FA37B5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76396-30DE-449E-B35B-9257BC88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93ea9f5e9499c"/>
          <a:stretch xmlns:a="http://schemas.openxmlformats.org/drawingml/2006/main"/>
        </p:blipFill>
        <p:spPr>
          <a:xfrm xmlns:a="http://schemas.openxmlformats.org/drawingml/2006/main">
            <a:off x="7683178" y="3638550"/>
            <a:ext cx="4502794" cy="3219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0875F-D41B-41E4-8145-9C4AFB39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TRILHA DE ENGENHARIA DE DADOS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E3A75-AE6A-4024-A148-A131AC40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857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0">
                <a:solidFill>
                  <a:srgbClr val="FFFFFF"/>
                </a:solidFill>
              </a:defRPr>
            </a:pPr>
            <a:r>
              <a:rPr sz="4500" b="0">
                <a:solidFill>
                  <a:srgbClr val="FFFFFF"/>
                </a:solidFill>
              </a:rPr>
              <a:t>Troubleshooting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D7A95-389E-421F-A35F-945B5F8F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666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Módulo 9  •  Sessão ao Vivo  •  2 horas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D2CF5-605E-460F-A25B-21800BB6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80754-9E26-4F61-A82D-C1D78BC4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571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Dado errado às 3h. Onde você começa a olhar?</a:t>
            </a:r>
          </a:p>
        </p:txBody>
      </p:sp>
    </p:spTree>
    <p:extLst>
      <p:ext uri="{BB962C8B-B14F-4D97-AF65-F5344CB8AC3E}">
        <p14:creationId xmlns:p14="http://schemas.microsoft.com/office/powerpoint/2010/main" val="15985695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9A0B22-4922-4362-82F7-E5B350FA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9c8673af984dbf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398EA-261E-495C-9385-CF26553F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24D13-188D-4ADC-ACE5-845628B0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2B8F4-2661-4072-8F5E-7EB8C3FF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060F5-5148-49AE-A5E0-8B313013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38A55-3B77-4553-B3A6-2DFEE793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AGENDA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8D395-912C-40C9-845E-AD2183C2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Diagnosticar, isolar, corrigir, prevenir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0A4E1-9E42-4B6B-8943-94E72961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Três pilares — pipelines, dados, SQL — com uma metodologia unificada.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3553A-EC2D-405E-8D73-E7FF5851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3E174-1421-4D61-89AE-8CE9CC56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163CE-823C-40ED-AC75-176C037C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Abertura — 10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B6D1BB-A032-41C9-B7B4-2BAEEAB5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Histórias reais do grupo.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Conectar cada caso com um dos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três pilares.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324064-537F-45B8-B5C3-49960ACA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6984B-D8A5-4C5F-89A1-23935B34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1C7A0-DB14-42E0-806E-F270F674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Exercícios — 90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A25DD3-364E-421A-9BD6-C31C01AC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Ex 9.1: pipeline silencioso. Ex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9.2: anomalias. Ex 9.3: query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lenta.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77D60C-27B8-4ABE-8A3D-9605A1AF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E1E5AC-9D10-4A32-949A-7C68D354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09CF14-B1DD-4BFA-AAFF-1EF4A29C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Fechamento — 20 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2710FB-3BB0-48A1-A40F-F25B6BCF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Linha do tempo dos 9 módulos. 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que fica. Próximos passos.</a:t>
            </a:r>
          </a:p>
        </p:txBody>
      </p:sp>
    </p:spTree>
    <p:extLst>
      <p:ext uri="{BB962C8B-B14F-4D97-AF65-F5344CB8AC3E}">
        <p14:creationId xmlns:p14="http://schemas.microsoft.com/office/powerpoint/2010/main" val="19658646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AD9A05-1F15-4215-8B65-B377D3AA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aa94fb2d14cb8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ADA4E-B774-4077-A875-C6BD8C3E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A5F9A-5705-4F1A-93D2-F9BFCE5E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B4DAC-F8C2-4655-98B9-CBFB58CE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5971D-FF7E-4A12-BB30-CEAFD496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ff72e23fd4f13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2099F-0653-46AB-A6A6-73AA61D0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71B80-A81E-4314-B1AB-3AC8A2AB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A Metodologia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1D3DD-5301-4982-B875-A9486DDB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Reproduzir → Isolar → Corrigir → Prevenir. Funciona para qualquer tipo de problema.</a:t>
            </a:r>
          </a:p>
        </p:txBody>
      </p:sp>
    </p:spTree>
    <p:extLst>
      <p:ext uri="{BB962C8B-B14F-4D97-AF65-F5344CB8AC3E}">
        <p14:creationId xmlns:p14="http://schemas.microsoft.com/office/powerpoint/2010/main" val="20372919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482441-4958-46B3-BD22-B43B02BA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b84a1799242ac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0E8EE-CD49-477D-92A2-5C573959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36B9C-F036-4B7E-A6C3-C2E28715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D91D1-7733-41C3-A307-3726D99F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51DF0-3E6C-40BE-B56B-43609659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DA364-77C4-4D58-AE47-B245DC28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OS QUATRO PASSOS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1DA0B-FD7E-424E-ACCD-AFC15EE8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Metodologia unificada de diagnóstico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C5236-3249-47E3-93C5-C3E1214C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A ordem importa. Pular um passo compromete todos os seguintes.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4E4EF-1049-4A29-8DDA-7630D34F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69C5B-2F17-4406-A393-18DEBB22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82623C-4258-4F56-84F2-4EFB5BB9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1. Reproduzir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2082BC-6ED1-472D-BB27-F93A8019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Confirme que o problema é real e consistente. Se não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reproduz, não pode corrigir.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23B6A-24B3-4A64-BC55-837BB492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34A34-4986-494C-8EAD-A61BC0E3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142DC-773F-4A5E-AC00-C9F41A18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2. Isolar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82CC4-B838-4709-85BF-6248AFF5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Reduza ao mínimo. Bisection no pipeline. Input mínimo que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reproduz o bug.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3CCEA1-78E9-4AB7-B853-FCA3E4EA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C7B0DC-B91D-4307-98A1-39E01F45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9D68D2-2857-4A82-9C48-823FA281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3. Corrigir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AB3B06-7601-4C40-9564-78D76C00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Uma mudança por vez. Verifique que resolve e que não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quebra nada mais.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8BB248-5E5D-483F-A41F-93D6EA35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7CE73B-F79C-48E6-950B-76F06DDA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CB9AF9-B947-420F-AD39-230BC8F7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4. Prevenir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54DAF1-E93E-42F2-A813-051135F0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Escreva o teste que teria capturado isso. Todo bug é um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teste faltando.</a:t>
            </a:r>
          </a:p>
        </p:txBody>
      </p:sp>
    </p:spTree>
    <p:extLst>
      <p:ext uri="{BB962C8B-B14F-4D97-AF65-F5344CB8AC3E}">
        <p14:creationId xmlns:p14="http://schemas.microsoft.com/office/powerpoint/2010/main" val="21287989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726234-887C-47E3-A827-917CA683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1c910a3dc4744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C187B-2F74-4037-8AA9-2E9F06CF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10595-5856-4470-A5BE-9A419EB9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E3F9B-7658-49E4-AD98-9169F203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1D212-2E7E-49D2-A8D6-D90C06DE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92cc292ff43f8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11E14-F2AB-4C06-908F-3346B46D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B7DD6-0CDC-4C52-92A5-0ECA9818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Pipeline com Falha Silenciosa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A3E57-429A-46E3-9F18-913DB02F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O pipeline termina sem erro. O Parquet está vazio. Ninguém sabe há dois dias.</a:t>
            </a:r>
          </a:p>
        </p:txBody>
      </p:sp>
    </p:spTree>
    <p:extLst>
      <p:ext uri="{BB962C8B-B14F-4D97-AF65-F5344CB8AC3E}">
        <p14:creationId xmlns:p14="http://schemas.microsoft.com/office/powerpoint/2010/main" val="2432320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2A9BB2-BC98-4E36-91FF-4CE5FECE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2d7c8e0fb945d5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5FC5F-C191-4666-987F-BFD03EFD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C5D02-BDE5-4CBF-B3C9-C916D36E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62BDE-8E8E-47C4-A1EF-15C4CAE1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DF711-2F22-49AB-92F8-F4F5F354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5D680-3ED3-4B75-AD22-6A5D9D66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TIPOS DE FALHA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BE098-5D7C-464A-8AFB-A182E796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Nem toda falha gera exceção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DF804-7531-44C9-AA2A-6F32A762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A falha silenciosa é a mais perigosa. Você só descobre quando o cliente reclama.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174E3-516D-41D6-A5A4-E72F0199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4C881-374B-4FE7-B686-344A99AD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F7281-5FEC-4CCD-B19A-95A7DBD4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Falha explícita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09D85-5802-4CFD-B52D-0A13AD2F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Exception, exit code != 0.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Baixo risco — você sabe que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falhou imediatamente.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D8B122-F9ED-4B42-8466-7A4B0484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00B548-4790-4E6B-BA15-6F520FC6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03715-8701-4F63-8381-1FD71E0C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Falha silenciosa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28764F-624A-4106-80DE-61CCBFD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Pipeline termina 'com sucesso',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saída está errada. Alto risco —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invisível.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E449FF-8577-4377-9AF4-CA4AFC1D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D4D23E-D1C4-4C42-8964-AE4962E9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996491-B915-4680-A861-D7DA8B90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Degradação gradual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E5C017-7A79-4C87-B5A3-A4FBF077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Pipeline fica mais lento ou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produz menos linhas a cada run.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Passa semanas.</a:t>
            </a:r>
          </a:p>
        </p:txBody>
      </p:sp>
    </p:spTree>
    <p:extLst>
      <p:ext uri="{BB962C8B-B14F-4D97-AF65-F5344CB8AC3E}">
        <p14:creationId xmlns:p14="http://schemas.microsoft.com/office/powerpoint/2010/main" val="253083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B232F7-69A1-4AC2-AF22-DD2EA89E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11373e14b49eb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54A84-A31B-4F1A-B735-68657E2D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D3F43-6EA7-4FF1-B6AD-023D0F89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C94D9-E2C2-4571-BEB5-3403CB98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EC980-BA89-4FA4-8D4B-B5DE0442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9640B-63AC-4718-93EE-A8784AAE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EX 9.1 — DIAGNÓSTICO AO VIVO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8DF63-A00A-4C17-BE91-51B51575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Bisection: onde as linhas desaparecem?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EBF13-63FD-47FD-BEF0-F8CED7E7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Adicione prints etapa a etapa até isolar a linha que descarta tudo.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F5EBC-FA24-4B94-8F35-46CE1C6C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1B89B-29CE-4EB8-B449-BD3E81EB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21D57-1317-4A79-9B3C-A70E350B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CÓDIGO COM BUG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7522E8-ACC4-41EF-BE62-1CC329B3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45148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def transformar(df):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df = df[df['valor_total'] &gt; 10000]  # bug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df = df.dropna(subset=['cliente_id'])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df['valor_unitario'] = (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df['valor_total'] / df['quantidade']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return 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# Pipeline termina sem erro.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# Parquet gerado tem 0 linhas.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# print('concluido') nao reporta volume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45559-55A6-4DA1-A889-F0DA4AE0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8"/>
          </a:solidFill>
          <a:ln xmlns:a="http://schemas.openxmlformats.org/drawingml/2006/main" w="9525">
            <a:solidFill>
              <a:srgbClr val="2A36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586D52-8A7B-4AD0-8FA2-AC5BCB0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24DFE7-FD82-4965-AB18-1A96B28E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BISECTION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67A599-346D-4285-934E-42252C51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45148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def transformar(df):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print(f'entrada: {len(df)}')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# 3000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df = df[df['valor_total'] &gt; 10000]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print(f'apos filtro: {len(df)}')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# 0  &lt;- aqui esta o bug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df = df.dropna(...)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# Intencao: &gt; 0. Codigo: &gt; 10000.</a:t>
            </a:r>
          </a:p>
        </p:txBody>
      </p:sp>
    </p:spTree>
    <p:extLst>
      <p:ext uri="{BB962C8B-B14F-4D97-AF65-F5344CB8AC3E}">
        <p14:creationId xmlns:p14="http://schemas.microsoft.com/office/powerpoint/2010/main" val="12994592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E229DB-A357-4458-9931-968DF9B7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4c8f026494555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82718-6C26-44AA-86A2-08B8CD5C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B5855-2C7E-47E3-A819-23AEE79C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9B528-3A8E-4C82-80C4-9DF271F8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1D2F5-FFFD-43C2-9E28-7A9246CB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A7F75-8D67-445F-A0D4-56511C45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CORREÇÃO + PREVENÇÃO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21DA7-E3FD-4C20-A642-53CB6594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Três mudanças que tornam o problema impossível de repetir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75D1F-FDE3-4130-B7C8-BA642963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Corrigir sem prevenir é só adiar o próximo incidente.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08B10-399B-4848-A395-2B242952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BABC1-C3F1-4973-A5A6-1FE542EF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0EC97-CDFC-4862-A6EE-E8AF0641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Log de volume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A4DFA5-4473-49EA-BCB7-FAE582CE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Cada etapa loga entrada e saída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com contagem. 'Concluído' sem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número não vale.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11A9AF-EA6A-4A45-9AC1-F536BABD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FA2699-50E3-4C90-93A8-7DDFAFA9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AAC1A4-9959-447C-9B86-D4F1ADC7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Guarda na carga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1A7354-0D5E-4613-A34D-A952CF5F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Se o Parquet vai ter 0 linhas,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levante RuntimeError antes de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sobrescrever.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5FB7F-2A83-4A97-BAB7-5D307F9B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83E90-4996-4011-829C-C51EDEF7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381BB0-E632-48C8-A473-22C1AB7A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Teste de regressão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ED4A4E-2579-47E4-845F-F90EB7E5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test_transformar_nao_descarta_vendas_normais.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Teria falhado antes do deploy.</a:t>
            </a:r>
          </a:p>
        </p:txBody>
      </p:sp>
    </p:spTree>
    <p:extLst>
      <p:ext uri="{BB962C8B-B14F-4D97-AF65-F5344CB8AC3E}">
        <p14:creationId xmlns:p14="http://schemas.microsoft.com/office/powerpoint/2010/main" val="1091480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0628DC-C516-4A40-8032-CB94CC94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fddb47def468d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EB374-AD17-4EB2-97C1-D0CC4935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569F6-B835-4A6B-8E58-8F6D4786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24D42-C34C-44A4-B545-9998BCB9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AA0BA-50C4-4669-B4B6-427A0B9E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4b2bbe2b54994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3E455-1932-48A7-A1AC-D90B91F9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42AB0-A6BD-4577-A8E7-85E383B2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Anomalias em Dados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9A4A4-20DB-48E1-9D4B-A992922A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Dataset chegou com 6 linhas e 7 problemas. Identificar, classificar, limpar.</a:t>
            </a:r>
          </a:p>
        </p:txBody>
      </p:sp>
    </p:spTree>
    <p:extLst>
      <p:ext uri="{BB962C8B-B14F-4D97-AF65-F5344CB8AC3E}">
        <p14:creationId xmlns:p14="http://schemas.microsoft.com/office/powerpoint/2010/main" val="3252842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3BEADC-8278-4F06-8270-3F0DCDB2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f4e12d9244f5b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D0C11-5B40-4B8A-9373-6D6D35BD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B72C0-6579-405F-A04F-31649EF1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261AA-002B-46C5-9E38-66710E84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FBB1A-A767-45C8-A2F7-CB1D07F5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9951F-1641-47EC-9760-17B98B9C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EX 9.2 — OS 7 PROBLEMAS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8529D-2B52-45BF-BF2D-7FE1149D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Um dataset, sete violações das 5 dimensões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6A30B-A510-4A16-8583-29D1B3AC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Dimensões não são mutuamente exclusivas. Um problema pode violar mais de uma.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3D1CE-51EC-4010-865B-68B4C28E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5C739-415C-446C-BC79-1AFFFEEA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01C65-2302-409F-BFF9-CA6666CB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Unicidade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328AF-EDED-4BD6-BBF6-1CC419A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venda_id=3 duplicado — linhas 3 e 4 idênticas.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DBE0B-8A84-4D6B-A6D1-D4D086A5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22A9AF-F31D-4A35-8C3E-8F7F0881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4DB09A-1866-4586-B3A5-0C607106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Completude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0A2E5-C2E2-475E-B38C-A8CAA191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cliente_id nulo na linha 2.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E9156A-EA03-4267-B99D-8B4B7623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37474F-B07F-4390-9803-01E637E7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E0670A-C97E-4DDC-8614-3941B9D0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Validade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720974-FA3E-48B1-9F57-FB145C60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quantidade=0 e valor=0 (linhas 3-4). quantidade=-1 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valor=-80 (linha 6).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51403F-3B5D-4358-B824-D3558323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6E8E47-FA0E-431A-BE3A-67F2C351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941B9A-6BB0-4D70-8701-CE05F169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Consistência + Timeliness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B0AC19-4AFA-4F2A-9379-7EA6D795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produto_id=999 inexistente. data_venda=2099 no futuro.</a:t>
            </a:r>
          </a:p>
        </p:txBody>
      </p:sp>
    </p:spTree>
    <p:extLst>
      <p:ext uri="{BB962C8B-B14F-4D97-AF65-F5344CB8AC3E}">
        <p14:creationId xmlns:p14="http://schemas.microsoft.com/office/powerpoint/2010/main" val="901058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C0E185-108D-42DC-926F-E398381E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e253299bd4178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09659-66BC-4F51-912C-0CAD6E39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1788C-5167-41EA-972F-07CF924F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75A3F-3566-41E5-98FD-E3070B4D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2DDC56-E862-49A0-B1D6-A123AF98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46341-A129-4271-B6CC-967F2A48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LIMPAR OU REJEITAR?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B97F4-B241-4E26-B529-DF3DB219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A decisão mais importante não é técnica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E9CA7-4AF3-4B9F-831E-07590F79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Descartar 83% das linhas silenciosamente pode mascarar um problema crítico na fonte.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50B3F-941D-4D2A-A3F0-9F85FDDC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11DE9-023A-486E-ABB0-48119EAE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B2A5E-3C44-4F95-934E-0EB7AA19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Limpar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47490A-F8FD-40A7-813E-7AC80285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Faz sentido quando o problema é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pontual e esperado. Documente 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critério.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23DF3E-61DB-4BFD-9F41-58BB36A2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B0195-03D9-46A5-B1F9-E6E55B0F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4607F5-6407-4BDD-B49B-395D0405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Rejeitar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9CCD39-E605-45BD-ACE6-15F59360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Se descarte &gt; 10%, algo está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errado na origem. Alerte o time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da fonte.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D83CF9-9827-4D5A-8258-6AFBD5BC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08E16F-4648-4319-9379-3A4E0550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0A337C-1504-41D5-B1BD-6F10D9E4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validar_volume_descartado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F0E8B6-E680-4B3C-87E1-F0273256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Se descartado &gt; limite: raise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RuntimeError. Torna a decisão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explícita.</a:t>
            </a:r>
          </a:p>
        </p:txBody>
      </p:sp>
    </p:spTree>
    <p:extLst>
      <p:ext uri="{BB962C8B-B14F-4D97-AF65-F5344CB8AC3E}">
        <p14:creationId xmlns:p14="http://schemas.microsoft.com/office/powerpoint/2010/main" val="21474528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EA8F94-583C-4AED-89A1-E8C017DA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9d09be22d42b5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2D546-A0FF-40A8-8E5C-6C64E74D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AEDEA-77FB-41C9-B0A8-105B5F5F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01E75-51BD-4D04-BF2A-3BBFBFA8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D2FBA-73B2-421B-8C5C-6BD47F5B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9965ad3194f0f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82E91-02F4-44C0-A9BC-C6AF21D2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68151-4E2D-4802-A700-1EA7821C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Query Lenta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C6D3F-65C7-4974-9452-23F283AE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Meça antes. Explique o plano. Otimize. Meça depois. Nunca o contrário.</a:t>
            </a:r>
          </a:p>
        </p:txBody>
      </p:sp>
    </p:spTree>
    <p:extLst>
      <p:ext uri="{BB962C8B-B14F-4D97-AF65-F5344CB8AC3E}">
        <p14:creationId xmlns:p14="http://schemas.microsoft.com/office/powerpoint/2010/main" val="9847676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85448A-3EA4-4F15-B1FF-5F73EBFC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aac5acc89400a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72380-404F-45B5-93B0-6F62434C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E2B39-B214-448C-85A1-C438867E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7EE7A-E0A6-46AA-A965-FD2EB1B4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3CC74-0B2B-4599-A5C9-439E46D5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9050C-D1D5-450E-ADFF-A0FAF26E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EX 9.3 — SUBQUERY CORRELACIONADA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28D64-1EAA-45AD-9E05-D3050457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O(n²): subquery executa uma vez por linha do resultado externo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C981B-5D03-46DB-B729-B5FE5F5E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Com 3.000 linhas parece rápido. Com 10 milhões é a diferença entre segundos e horas.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73511-A572-4D2B-AB4D-A3A6688F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93ED9F-2C55-4C35-9A63-BAEBC15E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AC5985-675F-49E7-846A-3DDDFC9B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RUIM — O(n2)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E93F2-E992-49C0-95E2-098ECDE3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45148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SELECT c.nome,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SUM(v.valor_total),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-- executa N vezes: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(SELECT AVG(valor_total)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FROM vendas) AS media,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-- executa N vezes: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(SELECT AVG(valor_total)*COUNT(*)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FROM vendas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WHERE cliente_id = v.cliente_id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) AS desvio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FROM vendas v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JOIN clientes c ON 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8B6FB-067B-4F64-A93B-A137AAF9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8"/>
          </a:solidFill>
          <a:ln xmlns:a="http://schemas.openxmlformats.org/drawingml/2006/main" w="9525">
            <a:solidFill>
              <a:srgbClr val="2A36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F83775-670E-4EF8-84E5-007626CD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381CA3-71D7-4D1D-9AD9-582D2CE8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BOM — O(n)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EE7EF-50A5-4786-AE7D-5044BFA3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45148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WITH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media_geral AS (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SELECT AVG(valor_total) AS m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FROM vendas  -- uma vez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),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media_por_cliente AS (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SELECT cliente_id,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       AVG(valor_total) AS mp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FROM vendas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 GROUP BY cliente_id  -- uma por cliente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)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SELECT c.nome, ...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FROM vendas_filtradas vf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JOIN media_por_cliente USING(cliente_id)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CROSS JOIN media_geral</a:t>
            </a:r>
          </a:p>
        </p:txBody>
      </p:sp>
    </p:spTree>
    <p:extLst>
      <p:ext uri="{BB962C8B-B14F-4D97-AF65-F5344CB8AC3E}">
        <p14:creationId xmlns:p14="http://schemas.microsoft.com/office/powerpoint/2010/main" val="10420285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E4A591-33EE-4CEF-AF04-4404D798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23a5be46704ab3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E848E-1564-4B1E-AA31-9E86541B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32984-65BF-4F1F-890F-7C84FBDD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F2C95-FEF7-43D0-A021-A4F1AB2E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182BA-180C-40A3-9D6D-AFC65A6E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B87A1-5684-4787-8CC8-4DCE59B3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FLUXO DE OTIMIZAÇÃO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1F640-04F1-46E5-8B3B-E8A73563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Três regras que evitam otimização prematura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84D32-A7AC-44A3-BFC7-F0DA68C9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Otimização sem número não é otimização — é suposição.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8FA83-3B4C-4621-A258-9E77FDCC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43D3A7-4FBC-4C7D-AE4A-7D409C39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A33D79-E5F9-40F7-AD0A-4911203D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Meça antes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18AC5-E362-40A9-BC96-7F7B084C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time.time() antes e depois. Sem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baseline não dá pra saber se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melhorou.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8CE4E-3157-45AD-89CF-D3AE882B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86EE87-A48B-42F5-8A47-FD2313EB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9FE1B-0957-40DD-BE11-8F6A3FED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EXPLAIN primeiro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61AF22-3A9D-487C-88DC-BB3939B3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EXPLAIN QUERY PLAN antes de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mudar qualquer coisa. SCAN =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problema.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C38534-D8F6-4374-A9CA-814B68B7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55D74-F7ED-4DAF-BAA3-EF1F3930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17DF4A-DB7D-4182-9FE7-9645CA05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Uma mudança por vez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862167-7198-4BAC-8ABB-A2A1F339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Índice OU CTE OU rewrite. Não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os três juntos. Senão não sabe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o que ajudou.</a:t>
            </a:r>
          </a:p>
        </p:txBody>
      </p:sp>
    </p:spTree>
    <p:extLst>
      <p:ext uri="{BB962C8B-B14F-4D97-AF65-F5344CB8AC3E}">
        <p14:creationId xmlns:p14="http://schemas.microsoft.com/office/powerpoint/2010/main" val="8128676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037BFC-1D9C-427D-B8C4-00B12198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3454c14af4aa6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98C8E-FD6F-4BD5-9A76-DB33218B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31CC3-F0C9-4D63-9E22-79E4E7DC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32360-216A-4709-96A3-ABCE7B41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A3B36-84C9-4D64-884F-12B2E2EE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f4f7f985743ce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164A1-4B67-440D-BE04-3D6A8E22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51EBA-0F91-4440-9828-E4F120B8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Fechamento da Trilha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298B6-4C49-4BD9-BFF1-DF4F929E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Linha do tempo dos 9 módulos. O que fica. Onde ir a partir daqui.</a:t>
            </a:r>
          </a:p>
        </p:txBody>
      </p:sp>
    </p:spTree>
    <p:extLst>
      <p:ext uri="{BB962C8B-B14F-4D97-AF65-F5344CB8AC3E}">
        <p14:creationId xmlns:p14="http://schemas.microsoft.com/office/powerpoint/2010/main" val="17519131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E27319-E3DB-42BD-B335-9835D974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b08c801ab4ab3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AFAC3-FBCF-454A-97C8-F57A7752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35A6B-DBED-4888-8FAD-C71DE6D9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AB852-08D6-45B0-B95F-92085E50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C0AF2-93B5-490A-860C-79ADE0B3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9CFE7-5A77-4781-B275-4F5904D9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LINHA DO TEMPO — FUNDAÇÃO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59754-BA7B-4DF0-9464-6FB1FD0D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Módulos 1 a 4 — da pergunta ao primeiro 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DE687-8575-4307-BB6D-7035BCEB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Cada módulo adicionou uma camada sobre a anterior.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F289C-84A1-4DEA-9900-8D4A15CA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4DACB3-7AE9-40AB-BF44-90521B5E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66732-4741-4FD5-9AE5-E22F635C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1 — 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3E74A7-844A-4007-9CF5-C1C6FD70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SELECT, JOIN, GROUP BY, CTEs, window functions.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4E0FE1-CE3F-4099-ACFD-BC30C113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9346D-9C24-420D-A853-0A9B9C00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5AFD75-7BE7-4202-9346-23F399C9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2 — Modelagem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009DCC-44E7-4071-BD50-15B07C86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Entidades, chaves, normalização. Como pensar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relacionamentos.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A399DB-787C-453D-8D07-6010711F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01FBA-A7DF-4B58-8527-2EBC6CE1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0DF183-1152-4AB8-9D07-A43A2011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3 — Formatos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ED03DB-2EC3-4F50-9F0F-4C13F58F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CSV vs JSON vs Parquet. Por que o formato importa.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D55E74-2437-46D7-A9C9-0C2EA8AF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729E10-8DA9-494D-A548-9297A18C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AE8C9B-0F9E-4D36-8AB3-EEB6DA29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4 — Python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974408-7D77-4B00-8D5F-4A7114C7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pandas + sqlite3. Primeiro pipeline ETL do zero.</a:t>
            </a:r>
          </a:p>
        </p:txBody>
      </p:sp>
    </p:spTree>
    <p:extLst>
      <p:ext uri="{BB962C8B-B14F-4D97-AF65-F5344CB8AC3E}">
        <p14:creationId xmlns:p14="http://schemas.microsoft.com/office/powerpoint/2010/main" val="11469038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1B5181-AE0F-4B58-80F4-A32F8B58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a983392f948b9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BE9D4-938C-4B79-B2B0-50736CD5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B6DCF-6E2A-4BBA-A9B8-2706EFAE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E3870-1663-4BDE-A64A-E97BE2AD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D8F81-B9F5-4E03-B51F-A94B90D9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AFD77-09AC-4C9B-9F7E-D2A363FB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LINHA DO TEMPO — PRODUÇÃO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4302E-8FED-40BF-B712-AB800B07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Módulos 5 a 9 — do script ao pipeline confiável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04D1E-2160-4682-9F1D-36BADC48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A segunda metade transforma código funcional em código de produção.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82590-BE42-42A9-8134-78D603D2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CD58D-0B24-408C-BC1F-FCB5B4EC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23F1FE-E6C4-4572-8F4B-2BF34726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5 — ETL/ELT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5865E-2B6D-4653-8C6D-68E1F174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Idempotência, logging, falha explícita.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3D851-FEF0-4879-AAF7-85392978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DA379C-5403-446D-B7CC-4E62E107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0ABA8-54D3-43CB-9644-E13845DE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6 — Pipelines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5AD138-EBB3-4EEC-9519-96088525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Airflow, DAGs, Git para código de pipeline.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2F27B8-FE16-401F-A708-751287AF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8F0647-0C88-45B7-B946-549C3A32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61B236-5CE3-42C7-9D20-432CA145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7 — Armazenamento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AA089C-B447-433F-A374-ED3F8114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Data Lake, Lakehouse, Spark, particionamento.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E7550F-0ED2-4EC4-82C2-A3C42DDB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E216C4-3EAB-4A56-A0DE-59482EBA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157D64-D979-4744-9A5A-6AE3D019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8 + 9 — Qualidade + Debug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EF8F4D-364A-4681-933D-AF471F91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5 dimensões, TDD, reproduzir → isolar → corrigir →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prevenir.</a:t>
            </a:r>
          </a:p>
        </p:txBody>
      </p:sp>
    </p:spTree>
    <p:extLst>
      <p:ext uri="{BB962C8B-B14F-4D97-AF65-F5344CB8AC3E}">
        <p14:creationId xmlns:p14="http://schemas.microsoft.com/office/powerpoint/2010/main" val="7461586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AC2D78-F242-4B83-980C-DBD0A8A5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34cb5a05541aa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55C59-E842-45DE-8629-758AB6F6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37D75-A86D-4DA1-ACE0-2D927138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73C69-961B-4ABF-808B-8735CED2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18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9a48768db4ace"/>
          <a:stretch xmlns:a="http://schemas.openxmlformats.org/drawingml/2006/main"/>
        </p:blipFill>
        <p:spPr>
          <a:xfrm xmlns:a="http://schemas.openxmlformats.org/drawingml/2006/main">
            <a:off x="7683178" y="3638550"/>
            <a:ext cx="4502794" cy="3219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7005F-9727-4582-A47C-DB18AA05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2DFF7-ACFB-43B8-8C58-E43070FB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24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4ADBE"/>
                </a:solidFill>
              </a:defRPr>
            </a:pPr>
            <a:r>
              <a:rPr sz="1200" b="0">
                <a:solidFill>
                  <a:srgbClr val="A4ADBE"/>
                </a:solidFill>
              </a:rPr>
              <a:t>Trilha de Engenharia de Dados  •  Módulo 9: Troubleshooting  •  Parabéns pelo percurso</a:t>
            </a:r>
          </a:p>
        </p:txBody>
      </p:sp>
    </p:spTree>
    <p:extLst>
      <p:ext uri="{BB962C8B-B14F-4D97-AF65-F5344CB8AC3E}">
        <p14:creationId xmlns:p14="http://schemas.microsoft.com/office/powerpoint/2010/main" val="11380647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2026-05-12T18:30:08.7980000Z</dcterms:created>
  <dcterms:modified xsi:type="dcterms:W3CDTF">2026-05-12T18:30:08.7980000Z</dcterms:modified>
</coreProperties>
</file>
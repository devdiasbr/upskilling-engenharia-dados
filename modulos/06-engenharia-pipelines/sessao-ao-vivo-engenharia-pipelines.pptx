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5eb351889a499a" /><Relationship Type="http://schemas.openxmlformats.org/officeDocument/2006/relationships/extended-properties" Target="/docProps/app.xml" Id="R4124e9a1bee44965" /><Relationship Type="http://schemas.openxmlformats.org/officeDocument/2006/relationships/officeDocument" Target="/ppt/presentation.xml" Id="Rf00357634c0b4c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15e04915244c03"/>
  </p:sldMasterIdLst>
  <p:notesMasterIdLst>
    <p:notesMasterId xmlns:r="http://schemas.openxmlformats.org/officeDocument/2006/relationships" r:id="Rbc109a058dd24b12"/>
  </p:notesMasterIdLst>
  <p:sldIdLst>
    <p:sldId xmlns:r="http://schemas.openxmlformats.org/officeDocument/2006/relationships" id="256" r:id="R3e1f8d5803d44d01"/>
    <p:sldId xmlns:r="http://schemas.openxmlformats.org/officeDocument/2006/relationships" id="257" r:id="Re0c8a04a77fe4f6a"/>
    <p:sldId xmlns:r="http://schemas.openxmlformats.org/officeDocument/2006/relationships" id="258" r:id="R2bdea74816fe461d"/>
    <p:sldId xmlns:r="http://schemas.openxmlformats.org/officeDocument/2006/relationships" id="259" r:id="Rd4fc7e914ffa47d4"/>
    <p:sldId xmlns:r="http://schemas.openxmlformats.org/officeDocument/2006/relationships" id="260" r:id="R32a2e97693524e54"/>
    <p:sldId xmlns:r="http://schemas.openxmlformats.org/officeDocument/2006/relationships" id="261" r:id="R12f6ed6f9fe74181"/>
    <p:sldId xmlns:r="http://schemas.openxmlformats.org/officeDocument/2006/relationships" id="262" r:id="Ra3819d5b271c4dc6"/>
    <p:sldId xmlns:r="http://schemas.openxmlformats.org/officeDocument/2006/relationships" id="263" r:id="R0817ba5ab295457a"/>
    <p:sldId xmlns:r="http://schemas.openxmlformats.org/officeDocument/2006/relationships" id="264" r:id="Rfe09fcae760247e9"/>
    <p:sldId xmlns:r="http://schemas.openxmlformats.org/officeDocument/2006/relationships" id="265" r:id="Rbd6a77780bad44ed"/>
    <p:sldId xmlns:r="http://schemas.openxmlformats.org/officeDocument/2006/relationships" id="266" r:id="Rd03548497f6a4ad4"/>
    <p:sldId xmlns:r="http://schemas.openxmlformats.org/officeDocument/2006/relationships" id="267" r:id="R875e3e869e1a4b8a"/>
    <p:sldId xmlns:r="http://schemas.openxmlformats.org/officeDocument/2006/relationships" id="268" r:id="Ra3ff7967c42e4f77"/>
    <p:sldId xmlns:r="http://schemas.openxmlformats.org/officeDocument/2006/relationships" id="269" r:id="R6211ec0037f1410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15e04915244c03" /><Relationship Type="http://schemas.openxmlformats.org/officeDocument/2006/relationships/theme" Target="/ppt/theme/theme1.xml" Id="R3a48a315d7e4480a" /><Relationship Type="http://schemas.openxmlformats.org/officeDocument/2006/relationships/notesMaster" Target="/ppt/notesMasters/notesMaster1.xml" Id="Rbc109a058dd24b12" /><Relationship Type="http://schemas.openxmlformats.org/officeDocument/2006/relationships/presProps" Target="/ppt/presProps.xml" Id="R8187c2f9dcd24eb8" /><Relationship Type="http://schemas.openxmlformats.org/officeDocument/2006/relationships/viewProps" Target="/ppt/viewProps.xml" Id="Rebda17fefe614c43" /><Relationship Type="http://schemas.openxmlformats.org/officeDocument/2006/relationships/tableStyles" Target="/ppt/tableStyles.xml" Id="R1ad14ef95c2a4ae4" /><Relationship Type="http://schemas.openxmlformats.org/officeDocument/2006/relationships/slide" Target="/ppt/slides/slide1.xml" Id="R3e1f8d5803d44d01" /><Relationship Type="http://schemas.openxmlformats.org/officeDocument/2006/relationships/slide" Target="/ppt/slides/slide2.xml" Id="Re0c8a04a77fe4f6a" /><Relationship Type="http://schemas.openxmlformats.org/officeDocument/2006/relationships/slide" Target="/ppt/slides/slide3.xml" Id="R2bdea74816fe461d" /><Relationship Type="http://schemas.openxmlformats.org/officeDocument/2006/relationships/slide" Target="/ppt/slides/slide4.xml" Id="Rd4fc7e914ffa47d4" /><Relationship Type="http://schemas.openxmlformats.org/officeDocument/2006/relationships/slide" Target="/ppt/slides/slide5.xml" Id="R32a2e97693524e54" /><Relationship Type="http://schemas.openxmlformats.org/officeDocument/2006/relationships/slide" Target="/ppt/slides/slide6.xml" Id="R12f6ed6f9fe74181" /><Relationship Type="http://schemas.openxmlformats.org/officeDocument/2006/relationships/slide" Target="/ppt/slides/slide7.xml" Id="Ra3819d5b271c4dc6" /><Relationship Type="http://schemas.openxmlformats.org/officeDocument/2006/relationships/slide" Target="/ppt/slides/slide8.xml" Id="R0817ba5ab295457a" /><Relationship Type="http://schemas.openxmlformats.org/officeDocument/2006/relationships/slide" Target="/ppt/slides/slide9.xml" Id="Rfe09fcae760247e9" /><Relationship Type="http://schemas.openxmlformats.org/officeDocument/2006/relationships/slide" Target="/ppt/slides/slide10.xml" Id="Rbd6a77780bad44ed" /><Relationship Type="http://schemas.openxmlformats.org/officeDocument/2006/relationships/slide" Target="/ppt/slides/slide11.xml" Id="Rd03548497f6a4ad4" /><Relationship Type="http://schemas.openxmlformats.org/officeDocument/2006/relationships/slide" Target="/ppt/slides/slide12.xml" Id="R875e3e869e1a4b8a" /><Relationship Type="http://schemas.openxmlformats.org/officeDocument/2006/relationships/slide" Target="/ppt/slides/slide13.xml" Id="Ra3ff7967c42e4f77" /><Relationship Type="http://schemas.openxmlformats.org/officeDocument/2006/relationships/slide" Target="/ppt/slides/slide14.xml" Id="R6211ec0037f141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f8efc60bf34a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02e4e42035496f" /><Relationship Type="http://schemas.openxmlformats.org/officeDocument/2006/relationships/notesMaster" Target="/ppt/notesMasters/notesMaster1.xml" Id="Rf600d74829ec4c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22f1710fa74f4a" /><Relationship Type="http://schemas.openxmlformats.org/officeDocument/2006/relationships/notesMaster" Target="/ppt/notesMasters/notesMaster1.xml" Id="Rf3e3056993c945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4cbd292e624af5" /><Relationship Type="http://schemas.openxmlformats.org/officeDocument/2006/relationships/notesMaster" Target="/ppt/notesMasters/notesMaster1.xml" Id="Ra84b231d8f044e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ab8a1334e142e4" /><Relationship Type="http://schemas.openxmlformats.org/officeDocument/2006/relationships/notesMaster" Target="/ppt/notesMasters/notesMaster1.xml" Id="R6913dcbab03841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f947e1a8744ddf" /><Relationship Type="http://schemas.openxmlformats.org/officeDocument/2006/relationships/notesMaster" Target="/ppt/notesMasters/notesMaster1.xml" Id="Rd476fb5c35a345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79d438efe84b7c" /><Relationship Type="http://schemas.openxmlformats.org/officeDocument/2006/relationships/notesMaster" Target="/ppt/notesMasters/notesMaster1.xml" Id="R4dd7148e25d949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76298e5fe6485d" /><Relationship Type="http://schemas.openxmlformats.org/officeDocument/2006/relationships/notesMaster" Target="/ppt/notesMasters/notesMaster1.xml" Id="Rcaa34eb121a846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b6d11ce23a4dfa" /><Relationship Type="http://schemas.openxmlformats.org/officeDocument/2006/relationships/notesMaster" Target="/ppt/notesMasters/notesMaster1.xml" Id="Rad20d61a27a947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689a2bb0ae463c" /><Relationship Type="http://schemas.openxmlformats.org/officeDocument/2006/relationships/notesMaster" Target="/ppt/notesMasters/notesMaster1.xml" Id="R38a1dbe8fe2040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2b72ca8633433e" /><Relationship Type="http://schemas.openxmlformats.org/officeDocument/2006/relationships/notesMaster" Target="/ppt/notesMasters/notesMaster1.xml" Id="R3b1b4e5fb75840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1b92923a494e8b" /><Relationship Type="http://schemas.openxmlformats.org/officeDocument/2006/relationships/notesMaster" Target="/ppt/notesMasters/notesMaster1.xml" Id="Rdda8b25fe2954f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05ce1918484114" /><Relationship Type="http://schemas.openxmlformats.org/officeDocument/2006/relationships/notesMaster" Target="/ppt/notesMasters/notesMaster1.xml" Id="R04a6226a61ff4d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056352fbe041dd" /><Relationship Type="http://schemas.openxmlformats.org/officeDocument/2006/relationships/notesMaster" Target="/ppt/notesMasters/notesMaster1.xml" Id="R105e5311a52d4ea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fbb74218644b5a" /><Relationship Type="http://schemas.openxmlformats.org/officeDocument/2006/relationships/notesMaster" Target="/ppt/notesMasters/notesMaster1.xml" Id="Rb948d1fb5f9444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123f45d7ff4a8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ca202d3d13f465d" /><Relationship Type="http://schemas.openxmlformats.org/officeDocument/2006/relationships/slideLayout" Target="/ppt/slideLayouts/slideLayout2.xml" Id="R5708fa5d0b3246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08fa5d0b3246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3ecbeab46d4513" /><Relationship Type="http://schemas.openxmlformats.org/officeDocument/2006/relationships/image" Target="/ppt/media/image.png" Id="Re48e6f7ebaa5466d" /><Relationship Type="http://schemas.openxmlformats.org/officeDocument/2006/relationships/image" Target="/ppt/media/image2.png" Id="R1caa40edc0d8478c" /><Relationship Type="http://schemas.openxmlformats.org/officeDocument/2006/relationships/notesSlide" Target="/ppt/notesSlides/notesSlide1.xml" Id="Re8993c21f3a24c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efbdd2b75b4ac6" /><Relationship Type="http://schemas.openxmlformats.org/officeDocument/2006/relationships/image" Target="/ppt/media/image3.png" Id="R96273654f3214b97" /><Relationship Type="http://schemas.openxmlformats.org/officeDocument/2006/relationships/notesSlide" Target="/ppt/notesSlides/notesSlide2.xml" Id="R4c87fccf046643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95b7db4bc94841" /><Relationship Type="http://schemas.openxmlformats.org/officeDocument/2006/relationships/image" Target="/ppt/media/image4.png" Id="R65313afed17545ca" /><Relationship Type="http://schemas.openxmlformats.org/officeDocument/2006/relationships/image" Target="/ppt/media/image5.png" Id="R7579d2be09af4ac8" /><Relationship Type="http://schemas.openxmlformats.org/officeDocument/2006/relationships/notesSlide" Target="/ppt/notesSlides/notesSlide3.xml" Id="Rba2fb12f669841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dfacdb851e45c3" /><Relationship Type="http://schemas.openxmlformats.org/officeDocument/2006/relationships/image" Target="/ppt/media/image6.png" Id="R4ff7b569784b4a87" /><Relationship Type="http://schemas.openxmlformats.org/officeDocument/2006/relationships/notesSlide" Target="/ppt/notesSlides/notesSlide4.xml" Id="R472a5ac7b42645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e51342c503439b" /><Relationship Type="http://schemas.openxmlformats.org/officeDocument/2006/relationships/image" Target="/ppt/media/image7.png" Id="R47f45a31b80f440e" /><Relationship Type="http://schemas.openxmlformats.org/officeDocument/2006/relationships/image" Target="/ppt/media/image8.png" Id="R9c01acc5d6b24587" /><Relationship Type="http://schemas.openxmlformats.org/officeDocument/2006/relationships/notesSlide" Target="/ppt/notesSlides/notesSlide5.xml" Id="Rf51d5130688242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c3fe9bb00648be" /><Relationship Type="http://schemas.openxmlformats.org/officeDocument/2006/relationships/image" Target="/ppt/media/image9.png" Id="Re4388c56f6a447fd" /><Relationship Type="http://schemas.openxmlformats.org/officeDocument/2006/relationships/notesSlide" Target="/ppt/notesSlides/notesSlide6.xml" Id="R0bedd11918574d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1a8e1eefa7492d" /><Relationship Type="http://schemas.openxmlformats.org/officeDocument/2006/relationships/image" Target="/ppt/media/image10.png" Id="R6616042c780b4958" /><Relationship Type="http://schemas.openxmlformats.org/officeDocument/2006/relationships/notesSlide" Target="/ppt/notesSlides/notesSlide7.xml" Id="Ra0f45834be5446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04480c06a34313" /><Relationship Type="http://schemas.openxmlformats.org/officeDocument/2006/relationships/image" Target="/ppt/media/image11.png" Id="Re212aebf07a741d4" /><Relationship Type="http://schemas.openxmlformats.org/officeDocument/2006/relationships/notesSlide" Target="/ppt/notesSlides/notesSlide8.xml" Id="R52ce54849f4f43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81fc2afac54efe" /><Relationship Type="http://schemas.openxmlformats.org/officeDocument/2006/relationships/image" Target="/ppt/media/image12.png" Id="R6f1950d7b01b4e91" /><Relationship Type="http://schemas.openxmlformats.org/officeDocument/2006/relationships/notesSlide" Target="/ppt/notesSlides/notesSlide9.xml" Id="R6ce16910d82141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5f396a9d97480f" /><Relationship Type="http://schemas.openxmlformats.org/officeDocument/2006/relationships/image" Target="/ppt/media/image13.png" Id="R9b71eeee2c3e4353" /><Relationship Type="http://schemas.openxmlformats.org/officeDocument/2006/relationships/image" Target="/ppt/media/image14.png" Id="R3bd3f6bc87164436" /><Relationship Type="http://schemas.openxmlformats.org/officeDocument/2006/relationships/notesSlide" Target="/ppt/notesSlides/notesSlide10.xml" Id="R48b79010c26643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f16513f1c841e7" /><Relationship Type="http://schemas.openxmlformats.org/officeDocument/2006/relationships/image" Target="/ppt/media/image15.png" Id="R2f25347ddafd4a39" /><Relationship Type="http://schemas.openxmlformats.org/officeDocument/2006/relationships/notesSlide" Target="/ppt/notesSlides/notesSlide11.xml" Id="R8019e6282eba41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5d358fa54e4e5e" /><Relationship Type="http://schemas.openxmlformats.org/officeDocument/2006/relationships/image" Target="/ppt/media/image16.png" Id="Rf85331b5ecd34f1d" /><Relationship Type="http://schemas.openxmlformats.org/officeDocument/2006/relationships/notesSlide" Target="/ppt/notesSlides/notesSlide12.xml" Id="R521194b9c3924a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e939106fab4088" /><Relationship Type="http://schemas.openxmlformats.org/officeDocument/2006/relationships/image" Target="/ppt/media/image17.png" Id="R406f99b7164b43fd" /><Relationship Type="http://schemas.openxmlformats.org/officeDocument/2006/relationships/notesSlide" Target="/ppt/notesSlides/notesSlide13.xml" Id="R77c158ebc34246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58774e7dd84d7a" /><Relationship Type="http://schemas.openxmlformats.org/officeDocument/2006/relationships/image" Target="/ppt/media/image18.png" Id="Re21792cf7ff84288" /><Relationship Type="http://schemas.openxmlformats.org/officeDocument/2006/relationships/image" Target="/ppt/media/image19.png" Id="Re221daa91e814255" /><Relationship Type="http://schemas.openxmlformats.org/officeDocument/2006/relationships/notesSlide" Target="/ppt/notesSlides/notesSlide14.xml" Id="Rf9554487a83e40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F38F60-4692-41DF-B729-49F81FF0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e6f7ebaa5466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AD9FA-D9C9-4793-8CD7-9910FFE8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D12E5-1B2A-46F5-8EA5-533550CB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AD66D-4043-48FD-8060-493876BE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a40edc0d8478c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B119A-CDAC-43A3-A112-101F1CD8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E10DA-AC0C-4CF0-B455-54F8F9B9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Engenharia de Pipelines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5467D-7E58-4F25-8918-51F07647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6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7B897-8EC7-4554-92C5-B7FCDD19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6C7E57-F589-4A67-A6E8-06673BCB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Pipeline que precisa de alguém apertando botão não é produção.</a:t>
            </a:r>
          </a:p>
        </p:txBody>
      </p:sp>
    </p:spTree>
    <p:extLst>
      <p:ext uri="{BB962C8B-B14F-4D97-AF65-F5344CB8AC3E}">
        <p14:creationId xmlns:p14="http://schemas.microsoft.com/office/powerpoint/2010/main" val="12693629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5006CF-1BF7-474F-BD41-8031858A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73654f3214b9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B14BE-B112-4C35-B4EC-66F36C03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E115F-8130-4AAE-9239-114C8CA6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E7D9E-47D8-4AF4-BA65-56169054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75ABF-1AE3-4D98-819B-1363709B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73EA1-B09C-4715-B219-12ADFC29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DE4819-EF11-4934-9D2D-8E6D928A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Hoje vocês colocam o pipeline para rodar sozinho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679B0-6F4B-4F61-BE3F-50A96E0F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Demo do Airflow + construção ao vivo de um DAG + Git para código de pipeline.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2C457-D846-4638-A09B-C0CDCD8B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D92599-56AB-4C8A-8022-03DFE067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603CB-3E08-41E4-ACEB-2E1A9573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Demo Airflow — 15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ACB6C-54D4-4E7C-B48B-F08BAA6D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Materializar visualmente DAG,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tarefa, run, retries antes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codar.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80A634-7A18-4F40-BCD8-38227231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33D0A4-E392-43CD-9099-1FE821B8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98A65-4165-4FDE-8EA1-228D96B6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DAG ao vivo — 75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82DCF7-A788-4BB9-90F6-39D1677C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 6.1 + Ex 6.2 + Ex 6.3 (Git):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desenhar, implementar,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versionar.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5082B0-2B5E-4D95-A892-0748BAAB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E582E-537B-4274-AEEC-8D07F39C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2D5943-DBF9-4D23-934E-863FFB83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Fechamento — 20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E9DDEA-3EE9-4AA7-8DF8-1B67D970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Por que código de pipeline deve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viver no repositório. Preview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Módulo 7.</a:t>
            </a:r>
          </a:p>
        </p:txBody>
      </p:sp>
    </p:spTree>
    <p:extLst>
      <p:ext uri="{BB962C8B-B14F-4D97-AF65-F5344CB8AC3E}">
        <p14:creationId xmlns:p14="http://schemas.microsoft.com/office/powerpoint/2010/main" val="16019004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47A639-1957-478A-9AB1-0092398A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313afed17545c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251C6-9514-46B1-967D-A2A2869E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C8911-A602-439A-946D-FD5C2E63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8439A-2996-4338-8758-E897D022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A9F69-D855-4F48-A1FD-D550855B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9d2be09af4ac8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6CED27-F5A5-443A-881F-F89A17FA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CD0B47-9656-412E-8DBE-60EB861C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Demo: Interface do Airflow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2C29F-CACD-44B1-9914-76F0AE76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Materializar visualmente os conceitos antes de escrever o primeiro código.</a:t>
            </a:r>
          </a:p>
        </p:txBody>
      </p:sp>
    </p:spTree>
    <p:extLst>
      <p:ext uri="{BB962C8B-B14F-4D97-AF65-F5344CB8AC3E}">
        <p14:creationId xmlns:p14="http://schemas.microsoft.com/office/powerpoint/2010/main" val="12620044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4ECEE8-95E1-4D4E-A922-C1AEF329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7b569784b4a8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32FDD-7D77-488D-AF89-6CFDCF80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9922B-CFDD-4C92-95A3-92E61963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498B9-DFD5-4421-892A-6A42A8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805917-D50A-4483-A91F-2898DD9A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7A8E6-AC8A-4268-8542-4A035A62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 QUE MOSTRAR NA INTERFACE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0BC68-4455-4AE0-930A-504D0414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Cinco elementos da UI do Airflow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6E042-969A-44E1-AB48-2DACED51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Compartilhe a tela e percorra cada um. Conecte sempre com a estrutura do DAG.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54577-262B-4CFB-9DE0-4CFFDD63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C68931-67EF-4FE1-8FBB-EA862A48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FA150-D6E6-46D3-9E75-72965F53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Lista de DAGs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77A4BF-B72C-4021-8676-4DBE6FD9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Cada linha é um pipeline.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Schedule (0 7 * * *) e status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 última run visíveis.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8AD84-C82F-4D4A-9D59-9492CCEA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D937D0-A31E-42D3-AB66-C4E9AAAB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0ABEE4-9BA3-48C8-99B4-6E7A84CB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Graph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1CE9F3-5CBD-4088-9A0C-B1D9A358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Tarefas como nós, dependências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como setas. Paralelismo visível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no mesmo nível.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B36A3-B421-4DD3-B844-7F444856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B38C27-5A4F-4F2F-A482-535760A5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B7F898-4AB6-4246-A9BD-797D2A23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Logs e falhas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9D754-FBFF-45D7-89D4-FF97B8C7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Click na tarefa → log. Stack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trace de falhas + retries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automáticos configurados.</a:t>
            </a:r>
          </a:p>
        </p:txBody>
      </p:sp>
    </p:spTree>
    <p:extLst>
      <p:ext uri="{BB962C8B-B14F-4D97-AF65-F5344CB8AC3E}">
        <p14:creationId xmlns:p14="http://schemas.microsoft.com/office/powerpoint/2010/main" val="19143991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92A2A6-28BB-49B9-AAE5-082FF907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f45a31b80f440e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7BE0B-3C84-4150-A9B0-CB161E4E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44668-8C52-4BD1-95FF-7E8029A4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13ACC-FDC0-4820-AF1E-390D6FF7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1E227-6774-4D0E-A021-2835E337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1acc5d6b24587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32E04-8742-4E7C-B1FA-AFEEF6A1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4BFC3-88D2-471A-9273-E874C950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Construir o DAG ao Vivo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9CE9B-82F6-4593-9F9A-A70E98BE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Ex 6.1: desenhar no papel. Ex 6.2: implementar em Airflow. Ex 6.3: versionar com Git.</a:t>
            </a:r>
          </a:p>
        </p:txBody>
      </p:sp>
    </p:spTree>
    <p:extLst>
      <p:ext uri="{BB962C8B-B14F-4D97-AF65-F5344CB8AC3E}">
        <p14:creationId xmlns:p14="http://schemas.microsoft.com/office/powerpoint/2010/main" val="13403320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F62D90-F8A4-47A6-8B9F-678F0C61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88c56f6a447f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97B5CC-4E7B-486A-A70B-71F2BC0B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8E7632-8A22-4922-8514-9534AC22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54BFC-207E-4A25-A630-BD6341E1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FC1F5-B48B-4171-B826-8357E2D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86119-C272-4BFE-B21A-C5760700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FASES DO EXERCÍCIO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02326-7AA2-460D-AA99-15FF4D74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Três fases — do papel ao Git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5FA472-522F-49B4-8191-F4067C54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Cada fase tem ponto de parada para comparar abordagens entre participantes.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352A7C-7EEA-4B11-AA47-A7B3A3D1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FD878-25AC-44E4-BDD5-C301AEB8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FD214-4B17-472F-B1E2-CDBB56EA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72D69-D4AC-4BD9-8AAE-594ADDC6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Desenhar — 10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E2464-048C-4D8A-A7CB-BCA0D19E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Cada um desenha o DAG no papel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seguindo as regras de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dependência.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AE9F8-09AE-44DC-919C-4FFE4A25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56F6CE-BAB2-4441-BC44-75E27DB8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E6E23-161B-4600-9FBD-0D70A2F2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C3CF02-BC3C-4216-8305-1AE29B38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Implementar — 45 min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E42673-C8FA-4461-AE65-AB5D1388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Construir dag_vendas.py ao vivo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com a turma sugerindo cada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decisão.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73ABBC-B045-457D-985C-8B7DF702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C42701-4AFB-4CA9-826F-FB989D5A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23CA5F-C9BD-41B1-BFCC-2F4F4A39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BF3B54-4CFE-4EA1-8167-74EF946C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Versionar — 20 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12ED90-52FC-4F4E-B1A6-489F62D6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Comandos Git ao vivo: branch,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diff, commit, log. Turma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acompanha no próprio terminal.</a:t>
            </a:r>
          </a:p>
        </p:txBody>
      </p:sp>
    </p:spTree>
    <p:extLst>
      <p:ext uri="{BB962C8B-B14F-4D97-AF65-F5344CB8AC3E}">
        <p14:creationId xmlns:p14="http://schemas.microsoft.com/office/powerpoint/2010/main" val="9823782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DD893-4EB5-4E58-B028-1CC1A924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6042c780b4958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DFBAA-40CA-4055-8889-AC973706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54969-80B6-4258-B195-88F0427F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D2B72-9677-47B8-BE15-5E752227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BB8AF-8805-41E8-8335-74EC3CB8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55416-7924-4385-91B9-246993B7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6.1 — GABARITO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C83D9-2339-41DA-94FA-114D9681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DAG do pipeline de vendas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3753F-82E6-45B3-89B9-CE293632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Mostre o diagrama após os participantes desenharem. Explique paralelismo e fan-in.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F398F-46A8-484A-B7A9-26B7E6A5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9E819-3DD2-4CB2-8C0F-82E31D45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996D18-AE6C-4515-91ED-9F03264E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DIAGRAMA DO DAG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D4458B-C70A-4055-B85D-A8C7EFDC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extrair_vendas ────┐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  │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extrair_clientes ──┼─► transformar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  │       │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extrair_produtos ──┘       ▼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      validar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          │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          ▼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      carregar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CE43B7-1358-47AE-90E4-EB77271F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23CA46-F6A6-4E58-A236-05A60897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0E11E-E540-4DE1-A742-683B0DE2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PRINCÍPIOS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1BA85-28FC-4E4F-A7BB-AD4255D6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Paralelismo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As 3 extrações rodam em paralelo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— são independentes entre 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Fan-in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transformar depende das 3.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Só começa quando todas terminam.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Sequencial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validar → carregar.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Só faz sentido em série.</a:t>
            </a:r>
          </a:p>
        </p:txBody>
      </p:sp>
    </p:spTree>
    <p:extLst>
      <p:ext uri="{BB962C8B-B14F-4D97-AF65-F5344CB8AC3E}">
        <p14:creationId xmlns:p14="http://schemas.microsoft.com/office/powerpoint/2010/main" val="4111354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882747-B3A0-47AE-B1C1-030BBDEC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2aebf07a741d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CEA5D-6663-4659-9501-FEE74222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A95EA-3B86-4436-9A7A-A54C12FB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CA8F4-F543-403B-B612-2C4FAB2E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D1709-E7DC-4E42-8CEC-3FA58725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37C2B-4761-4DA0-AEA6-EBA50636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PARA GUIAR A IMPLEMENTAÇÃO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E64FF-8DAB-4C73-BEF6-F75FA5B6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Perguntas — uma para cada decisão do DAG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FC2CF-EB9B-4BAC-A549-A4ABB66F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Faça uma de cada vez. Espere a turma responder antes de digitar.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2F22DD-25F6-409A-814B-1473CFB5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5019D6-CF43-4480-98A0-AF7D79BC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02FF1-783D-4D2B-9165-0B9CE5F4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Configuração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4361B-F605-4273-A79F-430B1C9B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Qual o dag_id? Expressão cron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para 7h? Quantas retentativas?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Intervalo entre elas?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189B8C-2FF8-4E29-BE9B-71D84BC3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2D6C9-08A3-4ECD-9FCF-02749DC9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00BE7-CFA5-4CF8-8EA4-65277BF6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Dependências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F1183E-32E4-4145-885C-1FA789AF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Como escrever a dependência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fan-in das 3 extrações? [t1,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t2, t3] &gt;&gt; transformar.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CF71DA-07A1-454F-A432-8ADC8CBD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02D1CA-8423-4A53-995D-7D545E0E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ECA2E7-FA9F-4F7F-AC93-E69CF3CE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XCom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B3072-C8EA-4082-BFDB-FA5BF1A0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Como passar dados entre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tarefas? xcom_push e xcom_pull.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Mostrar a aba XCom na UI.</a:t>
            </a:r>
          </a:p>
        </p:txBody>
      </p:sp>
    </p:spTree>
    <p:extLst>
      <p:ext uri="{BB962C8B-B14F-4D97-AF65-F5344CB8AC3E}">
        <p14:creationId xmlns:p14="http://schemas.microsoft.com/office/powerpoint/2010/main" val="512975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1AF1D8-CBC8-4C3B-9BD6-6D2EDDD1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950d7b01b4e91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07FA8-20B9-4B44-8015-6F5AF0B5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9EE1D-7B31-4338-9D50-EF7126FA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F0C88-D204-47C9-98C6-591AEA65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46484-8461-4021-B2AA-6F728BEB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3479A-B1D1-4E05-92E2-468B81BF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6.3 — GIT NA PRÁTICA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40D3B9-2567-46E2-8960-9EBC84EB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Sequência de comandos ao vivo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B2EF7-0E4E-405E-BAE5-76EA36CE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Execute cada um explicando o que está acontecendo. Turma acompanha no próprio terminal.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9301E-8817-4BC0-AD14-515CA57F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30FB3-42E7-445B-A562-6A5415CC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4F8946-A9E4-49CE-91BD-B4601249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COMANDOS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46D1B-4D0A-4FA1-9A85-24A4564B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git status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git checkout -b feat/adicionar-validacao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(editar o arquivo dag_vendas.py)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git diff dag_vendas.py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git add dag_vendas.py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git commit -m "feat: valida registros"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git log --oneline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9920F-E386-4184-95BF-D82CFC29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F2EF3-E242-494C-8BE4-25786D17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07D2A-A4B5-40EC-9C58-8009A2AB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PONTOS DE ENSINO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16D49-6E6E-4070-8B54-59EC3171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1. git diff antes do add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revisar antes de commitar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2. Mensagem descritiva no commit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feat: / fix: / refactor: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3. git log --oneline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histórico legível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4. Esqueceu o git add antes do commit?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mostrar o erro e corrigir</a:t>
            </a:r>
          </a:p>
        </p:txBody>
      </p:sp>
    </p:spTree>
    <p:extLst>
      <p:ext uri="{BB962C8B-B14F-4D97-AF65-F5344CB8AC3E}">
        <p14:creationId xmlns:p14="http://schemas.microsoft.com/office/powerpoint/2010/main" val="20381998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2562E1-DB4D-489E-8B15-41E67372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1eeee2c3e4353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BB656-9A74-496B-87A2-7E2FE39C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C79FD-CCE9-4832-B6BA-18A508E2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96EF2-E011-4969-862B-5A74A138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962E4C-E64E-4F92-9BC8-11EE9473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3f6bc87164436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35EFA-F778-43C5-A550-7D20E6FE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70F2AE-5A3B-449E-8AB1-11020D13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Fechamento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6B096-5E1B-4854-9DC0-590955F5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Por que pipeline em produção exige Git. Recap e preview do Módulo 7.</a:t>
            </a:r>
          </a:p>
        </p:txBody>
      </p:sp>
    </p:spTree>
    <p:extLst>
      <p:ext uri="{BB962C8B-B14F-4D97-AF65-F5344CB8AC3E}">
        <p14:creationId xmlns:p14="http://schemas.microsoft.com/office/powerpoint/2010/main" val="9015256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8455FF-7367-4FBF-BFB0-33B3873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5347ddafd4a3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BD77D-4410-4573-816B-87F11BCC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2F16C-6949-49F0-83CF-3E6685DD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DC83E-F922-4F61-9165-F869BFB6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20791-C2D3-4740-A7CD-54AEACF1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06D-9235-4F58-AA11-E4F5FEE8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DISCUSSÃO COM A TURMA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BF661-F79E-454D-883A-43796136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Código de pipeline é código de produção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4612E9-EB3B-47CA-BAB0-1BCB1B0D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Aplique o mesmo rigor que aplicaria a uma API. Branch, commit, PR, revisão — sempre.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19A8D2-4B9A-4538-AD6B-541BEB08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8B1CCF-8087-4F6C-973F-29C88459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AC47E-01F3-4D94-911E-6553BBBF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Se o servidor cair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D3F96-EC45-4A83-957D-7D918FA5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Sem repositório, perdemos 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pipeline. Ninguém sabe o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ele fazia. Sem histórico.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E2AB1-1926-44B0-8065-FBB0CEA6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AD3BC-C170-4134-A5D0-2A4FA053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7315E5-D5F0-4306-BE72-BA04BAB8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Anomalia nos dados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43927-EEFC-4B54-BE61-72D713A4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Qual versão do pipeline rodou?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Sem Git, impossível comparar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 a versão anterior.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78011B-5D14-425F-9DDB-D33DADA3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8BFDC-6E87-4F4F-8072-D02BC371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3110F6-85B0-4528-AEF4-24DA4AAC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Onboarding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814D5C-7CC6-4452-8F77-2691DCE8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Engenheiro novo abre o repo, lê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histórico, entende 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evolução. Sem Git, depende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quem lembra.</a:t>
            </a:r>
          </a:p>
        </p:txBody>
      </p:sp>
    </p:spTree>
    <p:extLst>
      <p:ext uri="{BB962C8B-B14F-4D97-AF65-F5344CB8AC3E}">
        <p14:creationId xmlns:p14="http://schemas.microsoft.com/office/powerpoint/2010/main" val="19730282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FC74E4-D397-430C-B7B5-DF7F0073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331b5ecd34f1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BA86C-AA4D-455F-80A7-383D5056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D2151A-6EFA-4F2D-A45A-9E20CAB0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496FB-DD16-4C2D-81E6-2D7DEE99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98814-26E5-4434-8279-2120B883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D79CD1-A5D8-4E6A-ADAD-FBA40792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0FA3A5-107E-4468-BDED-CADA7C34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cobrimos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4C798-3DF3-4AB5-9D97-980F0309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Três pilares: orquestração automatiza, DAGs modelam dependências, Git protege a produção.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757792-7805-4A2D-BB31-D409FDAA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15D7F-A7EB-4D7E-9F22-7581EE7C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FBFC2-0A86-4911-A6C7-1579732F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 que é orquestração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33E132-FDCA-4971-B5FF-4F3F34B9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Agendamento + ordem + reprocessamento + notificação.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Maestro do pipeline.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B0BFA-A088-4755-A78F-07C6806A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67FD70-2199-4530-BCED-143EB51E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E7A475-85A0-4A45-8339-9D75A581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DAG, tarefas, runs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065B0-96BB-4694-B362-3530BE32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Grafo direcionado acíclico. Cada execução é uma run.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Operadores por tipo de tarefa.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1DA0D2-D39E-4950-AC05-EB808615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F359D-8893-4712-A526-60E3770D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0970B1-7E73-4530-94F0-DFB3F98F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Retries e alertas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5450A7-D3FE-42BC-B679-65C01DC3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default_args com retries + retry_delay. Alertas por falha.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on_failure_callback.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977CEB-C022-40C0-9647-CD81BEB0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D51350-8608-48E0-AAF0-D06922B8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D1F41A-E63C-4E11-A4E4-ABEFD8A2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Git para pipelines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2A9E59-47CE-4925-8C5C-27CCD099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Branch por feature, commits descritivos, PR para revisão.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= código de produção.</a:t>
            </a:r>
          </a:p>
        </p:txBody>
      </p:sp>
    </p:spTree>
    <p:extLst>
      <p:ext uri="{BB962C8B-B14F-4D97-AF65-F5344CB8AC3E}">
        <p14:creationId xmlns:p14="http://schemas.microsoft.com/office/powerpoint/2010/main" val="8629332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D2E4FE-4036-47BB-8D2D-49D843B6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6f99b7164b43f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05B81-743B-4D28-8F99-2229510B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7A2314-BD15-4829-9A1C-1DCDD554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6E5FE-22D2-4199-B6D5-63625384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BAFAA-AE98-4FF4-9F5C-1C196EDC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C7925-E963-49CA-BB52-2C5A8969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5FDF7-9F3A-407F-8DE9-8553FB5A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 7 — Armazenamento e Processamento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54C81-40D2-4070-8931-192AE408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O pipeline roda. Onde os dados ficam? E quando o volume cresce além de uma máquina?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4A95DB-60FC-435A-9E86-F711CB68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5619B-F54D-478B-B02E-2FF13494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002A3-8525-4173-A36B-3EAAE19E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DW vs Data Lake vs Lakehouse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25CC4-2815-40F4-89E0-BD8E0E0A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Três arquiteturas, três casos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 uso. Quando escolher cada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1F9358-F92C-4513-9B46-DC7A15E7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F8C4E-BCA5-4335-8639-EF5FBD00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6F61C-A000-46A3-9B82-629C7A8A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Zonas do Data Lake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1508E-B8B6-449F-BBB3-9606705F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Raw, trusted, refined. Como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organizar os dados que seu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produz.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D3FE9-AF49-4D43-819B-E886F0A7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B515F-0382-4E8B-BECB-6E69098A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337C89-B87A-4A01-B2B4-6E471643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Processamento distribuído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F638ED-3EB0-401E-B4B5-2B2F140A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PySpark conceitualmente. O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muda quando são 10 bilhões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linhas?</a:t>
            </a:r>
          </a:p>
        </p:txBody>
      </p:sp>
    </p:spTree>
    <p:extLst>
      <p:ext uri="{BB962C8B-B14F-4D97-AF65-F5344CB8AC3E}">
        <p14:creationId xmlns:p14="http://schemas.microsoft.com/office/powerpoint/2010/main" val="12895536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F848FE-E2FD-4E5E-8287-44B3456B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792cf7ff84288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A53DE-3C92-412D-AD39-CB7E62DE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BB270-558D-4E5B-8E2E-DF12D362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F54D8-A131-4623-B1BA-3B218E9F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14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1daa91e814255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B016B7-8472-4D78-B169-3870FAE0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F027BC-DAC3-4754-8753-77579706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6: Engenharia de Pipelines</a:t>
            </a:r>
          </a:p>
        </p:txBody>
      </p:sp>
    </p:spTree>
    <p:extLst>
      <p:ext uri="{BB962C8B-B14F-4D97-AF65-F5344CB8AC3E}">
        <p14:creationId xmlns:p14="http://schemas.microsoft.com/office/powerpoint/2010/main" val="1858892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2026-05-11T15:39:58.2300000Z</dcterms:created>
  <dcterms:modified xsi:type="dcterms:W3CDTF">2026-05-11T15:39:58.2300000Z</dcterms:modified>
</coreProperties>
</file>
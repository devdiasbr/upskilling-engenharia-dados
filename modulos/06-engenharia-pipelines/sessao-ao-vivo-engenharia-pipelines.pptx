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ac6dc0cef34a04" /><Relationship Type="http://schemas.openxmlformats.org/officeDocument/2006/relationships/extended-properties" Target="/docProps/app.xml" Id="R9925755f59734ece" /><Relationship Type="http://schemas.openxmlformats.org/officeDocument/2006/relationships/officeDocument" Target="/ppt/presentation.xml" Id="Rd2be4fa24b3342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a595c3dc104e88"/>
  </p:sldMasterIdLst>
  <p:notesMasterIdLst>
    <p:notesMasterId xmlns:r="http://schemas.openxmlformats.org/officeDocument/2006/relationships" r:id="R73cdc77070b541a4"/>
  </p:notesMasterIdLst>
  <p:sldIdLst>
    <p:sldId xmlns:r="http://schemas.openxmlformats.org/officeDocument/2006/relationships" id="256" r:id="Rbfb0cf909bb24be6"/>
    <p:sldId xmlns:r="http://schemas.openxmlformats.org/officeDocument/2006/relationships" id="257" r:id="Rca7f203471ab4992"/>
    <p:sldId xmlns:r="http://schemas.openxmlformats.org/officeDocument/2006/relationships" id="258" r:id="Rac1cb67ff2414780"/>
    <p:sldId xmlns:r="http://schemas.openxmlformats.org/officeDocument/2006/relationships" id="259" r:id="Rb97fee8a3270491a"/>
    <p:sldId xmlns:r="http://schemas.openxmlformats.org/officeDocument/2006/relationships" id="260" r:id="R5c0665fcb4b941a6"/>
    <p:sldId xmlns:r="http://schemas.openxmlformats.org/officeDocument/2006/relationships" id="261" r:id="Rb5f06b6e375d430a"/>
    <p:sldId xmlns:r="http://schemas.openxmlformats.org/officeDocument/2006/relationships" id="262" r:id="R43932ce4986a44ad"/>
    <p:sldId xmlns:r="http://schemas.openxmlformats.org/officeDocument/2006/relationships" id="263" r:id="R7b42973af1484473"/>
    <p:sldId xmlns:r="http://schemas.openxmlformats.org/officeDocument/2006/relationships" id="264" r:id="Rdae39373fe6a466a"/>
    <p:sldId xmlns:r="http://schemas.openxmlformats.org/officeDocument/2006/relationships" id="265" r:id="R5d81e363933d4613"/>
    <p:sldId xmlns:r="http://schemas.openxmlformats.org/officeDocument/2006/relationships" id="266" r:id="Rbc703813d4aa4635"/>
    <p:sldId xmlns:r="http://schemas.openxmlformats.org/officeDocument/2006/relationships" id="267" r:id="Rd96c404599cd4b26"/>
    <p:sldId xmlns:r="http://schemas.openxmlformats.org/officeDocument/2006/relationships" id="268" r:id="R46908981293e4cac"/>
    <p:sldId xmlns:r="http://schemas.openxmlformats.org/officeDocument/2006/relationships" id="269" r:id="R1a5084edf6724f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595c3dc104e88" /><Relationship Type="http://schemas.openxmlformats.org/officeDocument/2006/relationships/theme" Target="/ppt/theme/theme1.xml" Id="R0cc353b92eff47ea" /><Relationship Type="http://schemas.openxmlformats.org/officeDocument/2006/relationships/notesMaster" Target="/ppt/notesMasters/notesMaster1.xml" Id="R73cdc77070b541a4" /><Relationship Type="http://schemas.openxmlformats.org/officeDocument/2006/relationships/presProps" Target="/ppt/presProps.xml" Id="Rc5f83cc5fa234414" /><Relationship Type="http://schemas.openxmlformats.org/officeDocument/2006/relationships/viewProps" Target="/ppt/viewProps.xml" Id="Rb4b75d25b91b40f3" /><Relationship Type="http://schemas.openxmlformats.org/officeDocument/2006/relationships/tableStyles" Target="/ppt/tableStyles.xml" Id="Rf735ff4ca4c14f89" /><Relationship Type="http://schemas.openxmlformats.org/officeDocument/2006/relationships/slide" Target="/ppt/slides/slide1.xml" Id="Rbfb0cf909bb24be6" /><Relationship Type="http://schemas.openxmlformats.org/officeDocument/2006/relationships/slide" Target="/ppt/slides/slide2.xml" Id="Rca7f203471ab4992" /><Relationship Type="http://schemas.openxmlformats.org/officeDocument/2006/relationships/slide" Target="/ppt/slides/slide3.xml" Id="Rac1cb67ff2414780" /><Relationship Type="http://schemas.openxmlformats.org/officeDocument/2006/relationships/slide" Target="/ppt/slides/slide4.xml" Id="Rb97fee8a3270491a" /><Relationship Type="http://schemas.openxmlformats.org/officeDocument/2006/relationships/slide" Target="/ppt/slides/slide5.xml" Id="R5c0665fcb4b941a6" /><Relationship Type="http://schemas.openxmlformats.org/officeDocument/2006/relationships/slide" Target="/ppt/slides/slide6.xml" Id="Rb5f06b6e375d430a" /><Relationship Type="http://schemas.openxmlformats.org/officeDocument/2006/relationships/slide" Target="/ppt/slides/slide7.xml" Id="R43932ce4986a44ad" /><Relationship Type="http://schemas.openxmlformats.org/officeDocument/2006/relationships/slide" Target="/ppt/slides/slide8.xml" Id="R7b42973af1484473" /><Relationship Type="http://schemas.openxmlformats.org/officeDocument/2006/relationships/slide" Target="/ppt/slides/slide9.xml" Id="Rdae39373fe6a466a" /><Relationship Type="http://schemas.openxmlformats.org/officeDocument/2006/relationships/slide" Target="/ppt/slides/slide10.xml" Id="R5d81e363933d4613" /><Relationship Type="http://schemas.openxmlformats.org/officeDocument/2006/relationships/slide" Target="/ppt/slides/slide11.xml" Id="Rbc703813d4aa4635" /><Relationship Type="http://schemas.openxmlformats.org/officeDocument/2006/relationships/slide" Target="/ppt/slides/slide12.xml" Id="Rd96c404599cd4b26" /><Relationship Type="http://schemas.openxmlformats.org/officeDocument/2006/relationships/slide" Target="/ppt/slides/slide13.xml" Id="R46908981293e4cac" /><Relationship Type="http://schemas.openxmlformats.org/officeDocument/2006/relationships/slide" Target="/ppt/slides/slide14.xml" Id="R1a5084edf6724f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1a0abf6311145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85329ce73445fc" /><Relationship Type="http://schemas.openxmlformats.org/officeDocument/2006/relationships/notesMaster" Target="/ppt/notesMasters/notesMaster1.xml" Id="R727a7ad42db748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41f2a125a14261" /><Relationship Type="http://schemas.openxmlformats.org/officeDocument/2006/relationships/notesMaster" Target="/ppt/notesMasters/notesMaster1.xml" Id="R74500773cad442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da15aecfd74599" /><Relationship Type="http://schemas.openxmlformats.org/officeDocument/2006/relationships/notesMaster" Target="/ppt/notesMasters/notesMaster1.xml" Id="R43a3bbc7d52847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d0a8d85efb4b27" /><Relationship Type="http://schemas.openxmlformats.org/officeDocument/2006/relationships/notesMaster" Target="/ppt/notesMasters/notesMaster1.xml" Id="Rc3820f70f3f64f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e9729ca2034553" /><Relationship Type="http://schemas.openxmlformats.org/officeDocument/2006/relationships/notesMaster" Target="/ppt/notesMasters/notesMaster1.xml" Id="R2f6cbe6affb54b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d5d76d9dac4637" /><Relationship Type="http://schemas.openxmlformats.org/officeDocument/2006/relationships/notesMaster" Target="/ppt/notesMasters/notesMaster1.xml" Id="R264cd107ed6643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0e6c64428b43cf" /><Relationship Type="http://schemas.openxmlformats.org/officeDocument/2006/relationships/notesMaster" Target="/ppt/notesMasters/notesMaster1.xml" Id="R36488b7b1b1b4d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895a3edcd44b91" /><Relationship Type="http://schemas.openxmlformats.org/officeDocument/2006/relationships/notesMaster" Target="/ppt/notesMasters/notesMaster1.xml" Id="R462e6cfdf6d040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7b38e81b3f4496" /><Relationship Type="http://schemas.openxmlformats.org/officeDocument/2006/relationships/notesMaster" Target="/ppt/notesMasters/notesMaster1.xml" Id="Raece5f2226794b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d16084e6454a2b" /><Relationship Type="http://schemas.openxmlformats.org/officeDocument/2006/relationships/notesMaster" Target="/ppt/notesMasters/notesMaster1.xml" Id="R705d8f93ea3348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a05d5099364915" /><Relationship Type="http://schemas.openxmlformats.org/officeDocument/2006/relationships/notesMaster" Target="/ppt/notesMasters/notesMaster1.xml" Id="Rdc4fedb2a88f4b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9159e258e44edb" /><Relationship Type="http://schemas.openxmlformats.org/officeDocument/2006/relationships/notesMaster" Target="/ppt/notesMasters/notesMaster1.xml" Id="R6d32d8605e994b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aa8f468af44c9a" /><Relationship Type="http://schemas.openxmlformats.org/officeDocument/2006/relationships/notesMaster" Target="/ppt/notesMasters/notesMaster1.xml" Id="R0a3d754c60d944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c46e3bf2024eab" /><Relationship Type="http://schemas.openxmlformats.org/officeDocument/2006/relationships/notesMaster" Target="/ppt/notesMasters/notesMaster1.xml" Id="Rd8f8612e60524f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be28beef949f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6ab03ac2b6f4bd4" /><Relationship Type="http://schemas.openxmlformats.org/officeDocument/2006/relationships/slideLayout" Target="/ppt/slideLayouts/slideLayout2.xml" Id="Rd52beeac71ea49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2beeac71ea49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9f98a2b2648be" /><Relationship Type="http://schemas.openxmlformats.org/officeDocument/2006/relationships/image" Target="/ppt/media/image.png" Id="R75c8befe283e4adc" /><Relationship Type="http://schemas.openxmlformats.org/officeDocument/2006/relationships/image" Target="/ppt/media/image2.png" Id="Rb18f86d598954ca5" /><Relationship Type="http://schemas.openxmlformats.org/officeDocument/2006/relationships/notesSlide" Target="/ppt/notesSlides/notesSlide1.xml" Id="R860574fd923441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e8d39c3ff34314" /><Relationship Type="http://schemas.openxmlformats.org/officeDocument/2006/relationships/image" Target="/ppt/media/image3.png" Id="Ra98dcc12becc4b7f" /><Relationship Type="http://schemas.openxmlformats.org/officeDocument/2006/relationships/notesSlide" Target="/ppt/notesSlides/notesSlide2.xml" Id="Redd2014301d348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e570909dff415f" /><Relationship Type="http://schemas.openxmlformats.org/officeDocument/2006/relationships/image" Target="/ppt/media/image4.png" Id="R4eb617a997824ea7" /><Relationship Type="http://schemas.openxmlformats.org/officeDocument/2006/relationships/image" Target="/ppt/media/image5.png" Id="Rc17884f22ea641b1" /><Relationship Type="http://schemas.openxmlformats.org/officeDocument/2006/relationships/notesSlide" Target="/ppt/notesSlides/notesSlide3.xml" Id="R6ec3cb2e71e840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e7a6472c1c4842" /><Relationship Type="http://schemas.openxmlformats.org/officeDocument/2006/relationships/image" Target="/ppt/media/image6.png" Id="R3c9a1011ab1c4acd" /><Relationship Type="http://schemas.openxmlformats.org/officeDocument/2006/relationships/notesSlide" Target="/ppt/notesSlides/notesSlide4.xml" Id="Rf05731dfdaf8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25e81487c14809" /><Relationship Type="http://schemas.openxmlformats.org/officeDocument/2006/relationships/image" Target="/ppt/media/image7.png" Id="R8dddd412d4ee4576" /><Relationship Type="http://schemas.openxmlformats.org/officeDocument/2006/relationships/image" Target="/ppt/media/image8.png" Id="R38867e598b2e40a6" /><Relationship Type="http://schemas.openxmlformats.org/officeDocument/2006/relationships/notesSlide" Target="/ppt/notesSlides/notesSlide5.xml" Id="R2a80f8b24b3845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2e171b9cb647be" /><Relationship Type="http://schemas.openxmlformats.org/officeDocument/2006/relationships/image" Target="/ppt/media/image9.png" Id="R0dd4822c1e07431a" /><Relationship Type="http://schemas.openxmlformats.org/officeDocument/2006/relationships/notesSlide" Target="/ppt/notesSlides/notesSlide6.xml" Id="R23ad4eec97bc4b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bb35be4ef94cb7" /><Relationship Type="http://schemas.openxmlformats.org/officeDocument/2006/relationships/image" Target="/ppt/media/image10.png" Id="R772ae36b00534b4e" /><Relationship Type="http://schemas.openxmlformats.org/officeDocument/2006/relationships/notesSlide" Target="/ppt/notesSlides/notesSlide7.xml" Id="R5d329b4de5b04c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49970ffdd64e07" /><Relationship Type="http://schemas.openxmlformats.org/officeDocument/2006/relationships/image" Target="/ppt/media/image11.png" Id="R4e17621523ba4ca2" /><Relationship Type="http://schemas.openxmlformats.org/officeDocument/2006/relationships/notesSlide" Target="/ppt/notesSlides/notesSlide8.xml" Id="R1e3768f81a3240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c49b453c8c43fc" /><Relationship Type="http://schemas.openxmlformats.org/officeDocument/2006/relationships/image" Target="/ppt/media/image12.png" Id="R84cbaa397e634d1c" /><Relationship Type="http://schemas.openxmlformats.org/officeDocument/2006/relationships/notesSlide" Target="/ppt/notesSlides/notesSlide9.xml" Id="R2289b0c9e4f745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55a0276a724fe4" /><Relationship Type="http://schemas.openxmlformats.org/officeDocument/2006/relationships/image" Target="/ppt/media/image13.png" Id="R1f1fb07e707c4c87" /><Relationship Type="http://schemas.openxmlformats.org/officeDocument/2006/relationships/image" Target="/ppt/media/image14.png" Id="Rf76cc4424b3a40cc" /><Relationship Type="http://schemas.openxmlformats.org/officeDocument/2006/relationships/notesSlide" Target="/ppt/notesSlides/notesSlide10.xml" Id="R70e6f3e8e81b4a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cdf13a53b149ab" /><Relationship Type="http://schemas.openxmlformats.org/officeDocument/2006/relationships/image" Target="/ppt/media/image15.png" Id="R0574cd750d1a4249" /><Relationship Type="http://schemas.openxmlformats.org/officeDocument/2006/relationships/notesSlide" Target="/ppt/notesSlides/notesSlide11.xml" Id="Rd825b6a6ba6842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5baffa6d2043b5" /><Relationship Type="http://schemas.openxmlformats.org/officeDocument/2006/relationships/image" Target="/ppt/media/image16.png" Id="R129db134ce264d46" /><Relationship Type="http://schemas.openxmlformats.org/officeDocument/2006/relationships/notesSlide" Target="/ppt/notesSlides/notesSlide12.xml" Id="R4861bb29020e4b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dc587829fe4607" /><Relationship Type="http://schemas.openxmlformats.org/officeDocument/2006/relationships/image" Target="/ppt/media/image17.png" Id="R53c0d31ae1524568" /><Relationship Type="http://schemas.openxmlformats.org/officeDocument/2006/relationships/notesSlide" Target="/ppt/notesSlides/notesSlide13.xml" Id="R5f43be2af40c44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951d61e80d4379" /><Relationship Type="http://schemas.openxmlformats.org/officeDocument/2006/relationships/image" Target="/ppt/media/image18.png" Id="R72d255a7d8fc4eef" /><Relationship Type="http://schemas.openxmlformats.org/officeDocument/2006/relationships/image" Target="/ppt/media/image19.png" Id="R4f2719bc25ee4135" /><Relationship Type="http://schemas.openxmlformats.org/officeDocument/2006/relationships/notesSlide" Target="/ppt/notesSlides/notesSlide14.xml" Id="R588376c196594f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E8FE2-6CEF-4EA3-ACDE-9B54873F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8befe283e4adc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97D21-CDFE-43A7-864F-5C149109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1CC4D-BB3A-4383-AA8F-E024A535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8A883-56E5-485E-9A5E-A275A0C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f86d598954ca5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6B37A-2E92-4813-A5E0-DDBF1CA5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TRILHA DE ENGENHARIA DE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4DAB3-94CA-4A99-BBA8-2861AE49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FFFFF"/>
                </a:solidFill>
              </a:defRPr>
            </a:pPr>
            <a:r>
              <a:rPr sz="4500" b="0">
                <a:solidFill>
                  <a:srgbClr val="FFFFFF"/>
                </a:solidFill>
              </a:rPr>
              <a:t>Engenharia de Pipelines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EB221-6337-4B70-AFD8-3423B40F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Módulo 6  •  Sessão ao Vivo  •  2 horas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76846-69A1-4DAB-8D3D-873659D4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B1711-C250-4959-8107-547BA5BE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Pipeline que precisa de alguém apertando botão não é produção.</a:t>
            </a:r>
          </a:p>
        </p:txBody>
      </p:sp>
    </p:spTree>
    <p:extLst>
      <p:ext uri="{BB962C8B-B14F-4D97-AF65-F5344CB8AC3E}">
        <p14:creationId xmlns:p14="http://schemas.microsoft.com/office/powerpoint/2010/main" val="36091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7F883A-68C8-4D2E-BD72-58606C24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dcc12becc4b7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7B0F7-5449-45B9-BD84-6C969A51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DEF84-AD69-4E73-8B1C-A456760D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53077-0538-42B3-AEF9-491C00A5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AD0B9-258E-459D-ACC5-2F70DAB2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BFCFE-B9B5-4005-8A24-DA4203C1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75A3E-281F-43A5-B01B-F34CD4D6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Hoje vocês colocam o pipeline para rodar sozinho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0AC51-EFDE-40A1-8180-7DFF76AF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Demo do Airflow + construção ao vivo de um DAG + Git para código de pipeline.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BD01B-483F-4020-9217-20A482C8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595C9-CFC3-4EC7-8EF7-25644BE5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1B5ED-CBD5-44A1-A66B-F9994698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Demo Airflow — 15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84CD9-519E-4351-9347-8072867B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Materializar visualmente DAG,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tarefa, run, retries antes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codar.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44884-5478-496E-AB55-EB8D9B59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49DCD-D11B-434C-BF30-F94215D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91ABD-B096-45B6-9D37-AA201DF3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DAG ao vivo — 75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3CEAE-37E2-443E-869C-93CD32B8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 6.1 + Ex 6.2 + Ex 6.3 (Git):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desenhar, implementar,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versionar.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58D8E-A10F-4162-9BA1-C71D8C80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97376-D840-47FA-B71A-2ADC397C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B095E-3452-4434-857D-80DE23C9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Fechamento — 20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AD56B-F1C5-47A2-8130-C56B65EB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Por que código de pipeline deve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viver no repositório. Preview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Módulo 7.</a:t>
            </a:r>
          </a:p>
        </p:txBody>
      </p:sp>
    </p:spTree>
    <p:extLst>
      <p:ext uri="{BB962C8B-B14F-4D97-AF65-F5344CB8AC3E}">
        <p14:creationId xmlns:p14="http://schemas.microsoft.com/office/powerpoint/2010/main" val="10141538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10F32B-2D7F-4DDD-83E5-C12F0A8B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617a997824ea7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8F286-A867-45BF-9F84-3405986E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E7B11-0DBC-43EC-8786-825DD7B0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FFA97-982B-44DB-88B9-3B53030C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2C04E-1552-4712-B22F-982415D1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884f22ea641b1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3F3D7-B47A-4D11-A10B-7A26DFCE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32C91-9D66-4049-AB41-6DA93A99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Demo: Interface do Airflow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1F88A-F26F-4BC5-8D12-C22DF3EB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Materializar visualmente os conceitos antes de escrever o primeiro código.</a:t>
            </a:r>
          </a:p>
        </p:txBody>
      </p:sp>
    </p:spTree>
    <p:extLst>
      <p:ext uri="{BB962C8B-B14F-4D97-AF65-F5344CB8AC3E}">
        <p14:creationId xmlns:p14="http://schemas.microsoft.com/office/powerpoint/2010/main" val="1623336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D64AF-E0B2-4B61-A66F-63498262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a1011ab1c4ac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DEC3F-40BD-4C09-9C30-A8805C10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9CB89-B0B1-4D02-A35B-B75BE406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09588-501A-446C-8FB9-A244E037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F0D09-C062-4FDB-A1C1-5C41C380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9DA3A-D104-4971-B4F7-23560FA9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 QUE MOSTRAR NA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57AFB-06F0-4FA4-BF8A-15929BF2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Cinco elementos da UI do Airflow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81CFD-1E64-437B-B6FE-DEAF6A9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Compartilhe a tela e percorra cada um. Conecte sempre com a estrutura do DAG.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E47E2-6915-4D29-A50F-1DB5BB31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9C1E9-5F86-487E-8615-C6A6A731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5A1D4-FDF0-48BB-9B83-C97DFF80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Lista de DAGs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04343-4943-4A0B-89FD-90B68F74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Cada linha é um pipeline.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Schedule (0 7 * * *) e status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 última run visíveis.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EE583-FB33-4033-A456-3748DB6A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030CB-88D6-4C92-8E32-262D89FC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7BEA3-FA18-4233-AFA2-7EBB8751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Graph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CB229-AD83-4835-89AE-7DA4DB8A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Tarefas como nós, dependências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como setas. Paralelismo visível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no mesmo nível.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E5DF8-83E3-4047-A396-29D3BC99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218A1-18C9-4F04-BAC5-57624636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12FB5-36BB-435C-BC23-554C9691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Logs e falhas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B89BD-8DAC-43A2-BF57-06300E93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Click na tarefa → log. Stack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trace de falhas + retries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automáticos configurados.</a:t>
            </a:r>
          </a:p>
        </p:txBody>
      </p:sp>
    </p:spTree>
    <p:extLst>
      <p:ext uri="{BB962C8B-B14F-4D97-AF65-F5344CB8AC3E}">
        <p14:creationId xmlns:p14="http://schemas.microsoft.com/office/powerpoint/2010/main" val="1056709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30A4E-959D-458F-B267-A369B13E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dd412d4ee457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5D06F-85A1-4751-AEFF-2146AE42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83BFA-7C76-4A53-9C22-4D0F2E04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A4CF8-628B-4E4E-81C8-FFF3F4F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DC5DF-FB98-437E-BD03-CCD5DB84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67e598b2e40a6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6DAA2-97FC-4803-A69D-09C83192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BC0A7-446A-490C-8315-A3688985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Construir o DAG ao Vivo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0B729-85D4-4C53-BC5B-986B6636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Ex 6.1: desenhar no papel. Ex 6.2: implementar em Airflow. Ex 6.3: versionar com Git.</a:t>
            </a:r>
          </a:p>
        </p:txBody>
      </p:sp>
    </p:spTree>
    <p:extLst>
      <p:ext uri="{BB962C8B-B14F-4D97-AF65-F5344CB8AC3E}">
        <p14:creationId xmlns:p14="http://schemas.microsoft.com/office/powerpoint/2010/main" val="1264194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52B6D8-AA5D-4E0F-8E08-8D4744D1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4822c1e07431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0669A-6138-45D5-B66E-BA246783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600A8-788F-45E8-A33C-4B1DB030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E13F2-755B-466E-9D9A-DB2B269C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4692B-3895-4951-B732-E1D3871A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93DC5-DC90-4DD7-917D-3852B41A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FASES DO EXERCÍCIO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BEC1E-47F0-4E59-A7E5-0820A7D7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Três fases — do papel ao Git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D95CD-8AB2-43AD-AFC3-9B936BD8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Cada fase tem ponto de parada para comparar abordagens entre participantes.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5D31E-E1EE-4DF7-898F-4884291B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F610D-25FA-44C7-9A3D-79B5D498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8F21C-CF87-4B10-845A-0C5CD2C7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7C305-D2C2-440F-812F-49723AB2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Desenhar — 10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31FB3-313F-494A-8FC2-A24FFF5C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Cada um desenha o DAG no papel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seguindo as regras de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dependência.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3AA6D-0979-4AFE-8119-8F4D3620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48C08-9061-4C72-8AF7-E7AEF478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05094-B140-4DAE-9B55-45AADEE5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F67CC-068D-4984-961C-6C3BCB9D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Implementar — 45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3DE5C-8706-4704-8540-C2B92B7E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Construir dag_vendas.py ao vivo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com a turma sugerindo cada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decisão.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A811E-2E6C-4532-98D2-F6A6C8A3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3C0A2-D97C-4F66-9AF0-61891F25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8E273-AB93-4B2A-A2C2-6E5436FC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80E01-1997-4498-B21D-2BCBC116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Versionar — 20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2FD69-4F9B-4422-B9F9-B05D5BC3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Comandos Git ao vivo: branch,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diff, commit, log. Turma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acompanha no próprio terminal.</a:t>
            </a:r>
          </a:p>
        </p:txBody>
      </p:sp>
    </p:spTree>
    <p:extLst>
      <p:ext uri="{BB962C8B-B14F-4D97-AF65-F5344CB8AC3E}">
        <p14:creationId xmlns:p14="http://schemas.microsoft.com/office/powerpoint/2010/main" val="7195473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DF66AA-19BE-483D-B1C1-B9DC7CE7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ae36b00534b4e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B6CC7-9842-4E3F-A0EB-09C02FA8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D001F-1FF5-48C8-9F87-BEA89F8F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26D42-68C8-4F9C-BE17-CC191EB1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567D7-74E9-4EF8-A66C-1316AA01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5183D-0840-45CB-8F48-77A3817B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 6.1 — GABARITO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73F1C-3699-4063-92DD-BEABFDC7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DAG do pipeline de vendas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927BF-FCB5-4D3F-AD1C-09CFA78B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Mostre o diagrama após os participantes desenharem. Explique paralelismo e fan-in.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7CCC5-DF51-4F13-8DE1-82C698FD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DB91B-7064-4569-B025-010A2E90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91661-0F92-44D3-92FB-8FD1C9BA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DIAGRAMA DO DAG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B1DDA-E010-4AE9-877D-4C56D2FB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extrair_vendas ────┐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       │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extrair_clientes ──┼─► transformar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       │       │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extrair_produtos ──┘       ▼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           validar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               │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               ▼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               carregar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FC6DD-C078-484C-8865-79A20E86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56076-DEDB-4F53-A066-F4D97753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68446-91FC-4A66-9FC2-241E2B08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PRINCÍPIOS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027AE-ADF0-4CE2-BE7B-039304C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Paralelismo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As 3 extrações rodam em paralelo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— são independentes entre 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Fan-in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transformar depende das 3.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Só começa quando todas terminam.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Sequencial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validar → carregar.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Só faz sentido em série.</a:t>
            </a:r>
          </a:p>
        </p:txBody>
      </p:sp>
    </p:spTree>
    <p:extLst>
      <p:ext uri="{BB962C8B-B14F-4D97-AF65-F5344CB8AC3E}">
        <p14:creationId xmlns:p14="http://schemas.microsoft.com/office/powerpoint/2010/main" val="15042013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1FDAA1-4F4A-4449-BBD7-8B26CCED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7621523ba4ca2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C5932-F557-4809-8363-D297B464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11813-6104-4A2B-85B3-02B96502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F6D01-8CC6-4596-9448-97860B9D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7A433-D11D-4723-A166-4154B998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D5C05-7CD9-4C38-B946-02705AC6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PERGUNTAS PARA GUIAR A IMPLEMENTAÇÃO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C1829-031D-4FF3-9A30-F8FCFCB0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Perguntas — uma para cada decisão do DAG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958FE-9C2F-49FA-AD51-4F2AD632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Faça uma de cada vez. Espere a turma responder antes de digitar.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8FEBC-ADC1-40B4-A737-E627532D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3E591-93E9-4587-8180-F099662A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481C7-4B77-4512-AC13-09CE7DE7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Configuração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FD068-8A25-4E98-826B-AE2CB4BD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Qual o dag_id? Expressão cron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para 7h? Quantas retentativas?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Intervalo entre elas?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AC986-193B-47A9-BEF6-A0A54ADC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7FC4F-2B98-4CD4-A586-3094C360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9928D-00D2-4543-AD5A-55F11301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Dependências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73070-372A-477A-A35D-E2958143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Como escrever a dependência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fan-in das 3 extrações? [t1,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t2, t3] &gt;&gt; transformar.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C1C37-F106-4ACC-9768-A2BBB22C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27693-8422-4696-87C4-543F0D07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DDE6CD-94CB-4B07-AE42-6134FD66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XCom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55D88-087E-4DBE-A55B-E3E4327B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Como passar dados entre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tarefas? xcom_push e xcom_pull.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Mostrar a aba XCom na UI.</a:t>
            </a:r>
          </a:p>
        </p:txBody>
      </p:sp>
    </p:spTree>
    <p:extLst>
      <p:ext uri="{BB962C8B-B14F-4D97-AF65-F5344CB8AC3E}">
        <p14:creationId xmlns:p14="http://schemas.microsoft.com/office/powerpoint/2010/main" val="310998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37AFE2-2662-40E4-9A0C-019E9EB5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baa397e634d1c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FA18C-B7D9-474A-8AA8-E197B99D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BF694-459C-4886-B6E4-697B7A12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1F805-714C-43B7-A095-A0E22908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D26F4-905C-4968-A1A6-1D95B113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B967C-F42A-4843-986E-017353F6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 6.3 — GIT NA PRÁTICA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7FD0D-5D4D-400B-92FF-D68E2D7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Sequência de comandos ao vivo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4D3F2-F474-4DE9-B043-FC744CF3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Execute cada um explicando o que está acontecendo. Turma acompanha no próprio terminal.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A477A-B393-4D6E-B38F-A6E3AA3F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AFCDD-35BA-437D-AF6B-16DCC7C3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AEF0F-ACFF-40BD-8900-7BB8F9C2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COMANDOS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C98BE-D498-474F-9A82-4DDC32E6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$ git status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$ git checkout -b feat/adicionar-validacao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(editar o arquivo dag_vendas.py)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$ git diff dag_vendas.py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$ git add dag_vendas.py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$ git commit -m "feat: valida registros"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$ git log --oneline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B64A4-74C6-4B9B-B286-5F804227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F34DF-E5B7-4F0C-ADBD-901671B6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D4945-410F-4E8D-81BE-82DE49FB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PONTOS DE ENSINO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2C492-31CB-44FD-A8DC-5E1E6BBF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1. git diff antes do add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→ revisar antes de commitar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2. Mensagem descritiva no commit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→ feat: / fix: / refactor: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3. git log --oneline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→ histórico legível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4. Esqueceu o git add antes do commit?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→ mostrar o erro e corrigir</a:t>
            </a:r>
          </a:p>
        </p:txBody>
      </p:sp>
    </p:spTree>
    <p:extLst>
      <p:ext uri="{BB962C8B-B14F-4D97-AF65-F5344CB8AC3E}">
        <p14:creationId xmlns:p14="http://schemas.microsoft.com/office/powerpoint/2010/main" val="867481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BB50E7-6224-4D9C-9249-2671CC6A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fb07e707c4c87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5FA94-50B1-4ACE-87E0-E405DCA0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7812E-79FF-431B-B2CB-3055DEA0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17F46-5916-407D-A892-B3101149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89750-617E-4096-B5A6-DBB5EAB9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cc4424b3a40cc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08D10-6D86-4845-AC56-829B330F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E5269-3B8E-4E76-88BA-9E3D6B08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Fechamento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44218-8FF4-4AB1-B930-9AB9A15E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Por que pipeline em produção exige Git. Recap e preview do Módulo 7.</a:t>
            </a:r>
          </a:p>
        </p:txBody>
      </p:sp>
    </p:spTree>
    <p:extLst>
      <p:ext uri="{BB962C8B-B14F-4D97-AF65-F5344CB8AC3E}">
        <p14:creationId xmlns:p14="http://schemas.microsoft.com/office/powerpoint/2010/main" val="2528000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84E955-F2C1-4DC5-BC12-BC83D967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4cd750d1a4249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3DC55-5B3E-4EB9-982D-F1A4EC34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9D5C1-FC1B-43A6-A572-A18A953C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8E76D-1393-4B85-BD39-5C538F79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811AD-DE99-4B29-9E64-54C1592A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8BABE-FE5B-46C8-8D2A-E72DFC42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DISCUSSÃO COM A TURMA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D214D-10A1-4F6B-ABAB-09338AFC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Código de pipeline é código de produção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621C3-B510-49EC-8956-015278E7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Aplique o mesmo rigor que aplicaria a uma API. Branch, commit, PR, revisão — sempre.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23776-FABC-413C-8178-401B7F41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BE7D8-627B-448C-AC28-7D32D1FE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F2428-69DA-4A1F-8467-F26F467A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Se o servidor cair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AB45C-C722-4276-B50A-87C028FB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Sem repositório, perdemos 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pipeline. Ninguém sabe o que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ele fazia. Sem histórico.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10D08-0096-4696-90AA-48297EA4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CA671-FAFF-4F13-A2F4-20D616F8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DA2A6-7A3B-4AAC-8674-8758AA00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Anomalia nos dados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0F21F-1638-4A53-B20B-F5B1F72A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Qual versão do pipeline rodou?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Sem Git, impossível comparar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 a versão anterior.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1CA2B-C431-4B43-807C-798AC462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C7537-6F31-4072-AA12-C1DBED51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B1A3C-6FAC-45EE-AD7D-241774AF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Onboarding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1ABDE-BEB2-433D-AA07-0AB67973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Engenheiro novo abre o repo, lê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 histórico, entende 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evolução. Sem Git, depende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quem lembra.</a:t>
            </a:r>
          </a:p>
        </p:txBody>
      </p:sp>
    </p:spTree>
    <p:extLst>
      <p:ext uri="{BB962C8B-B14F-4D97-AF65-F5344CB8AC3E}">
        <p14:creationId xmlns:p14="http://schemas.microsoft.com/office/powerpoint/2010/main" val="4164337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0BC66F-BE14-4AB0-965C-CF33B2D4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db134ce264d4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DC400-A87D-48E9-B64E-F047A597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AD947-5623-4FA7-B101-F688E31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49A88-D5FD-4F52-8DED-1CD660B2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1DFA2-D3BB-4266-95C8-3CFE4218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F1178-3719-4D97-951E-382047B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OBJETIVOS DO MÓDULO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BB1A7-8A18-46C8-AEE1-E49B0AFF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 que cobrimos hoje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D03CE-2570-4543-8880-AEE552CA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Três pilares: orquestração automatiza, DAGs modelam dependências, Git protege a produção.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A0DDB-8944-456E-889B-D336E1E1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6AB79-4AE5-4EF2-BD52-E628E1B1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7F039-C047-480D-80E2-F713693B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O que é orquestração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7BE46-D9A7-4AFF-8AF1-8A3EF1A1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Agendamento + ordem + reprocessamento + notificação.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Maestro do pipeline.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E3D1A-B9BD-498F-BA40-F944F3DA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27FF7-F965-4A96-BF85-DF0AFC01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CE668-08AE-411C-9B8D-2C038032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DAG, tarefas, runs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BDC09-9E1C-4868-937E-8398FFA3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Grafo direcionado acíclico. Cada execução é uma run.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Operadores por tipo de tarefa.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57F4B-EBCE-4729-AC56-848E48F4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5385E-D9CE-490F-A0AB-04398F3F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EA61B-BB7B-44EC-BCCF-2530925F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Retries e alertas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64E3F-5E8E-4DD1-84CB-3873FF59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default_args com retries + retry_delay. Alertas por falha.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on_failure_callback.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2879E-174B-45F3-BCC7-645DACC7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E9676-73E3-4D40-844E-A60A98B3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18F38-1B9F-4CE9-B4BE-71B110EA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Git para pipelines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96592D-310C-4BE6-B20B-B78FEBDA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Branch por feature, commits descritivos, PR para revisão.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Pipeline = código de produção.</a:t>
            </a:r>
          </a:p>
        </p:txBody>
      </p:sp>
    </p:spTree>
    <p:extLst>
      <p:ext uri="{BB962C8B-B14F-4D97-AF65-F5344CB8AC3E}">
        <p14:creationId xmlns:p14="http://schemas.microsoft.com/office/powerpoint/2010/main" val="12856874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039D60-CC15-4C8B-8BC7-1D3CDA5A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0d31ae1524568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F607E-961C-48CD-8D76-4F3635E9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E4150-769A-4FF6-983A-0DD80922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71240-5D68-4937-8EF8-35722FD1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54DCC-F9C4-4C2F-9E5E-514127B9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0F9DF-94D0-480A-848A-812147B0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PRÓXIMO MÓDULO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C3955-95EF-4102-BE3E-CE2169C5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Módulo 7 — Armazenamento e Processamento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38A07-232B-4778-84AD-1E9F76F2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O pipeline roda. Onde os dados ficam? E quando o volume cresce além de uma máquina?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12934-EEB9-49BA-A989-FE253E7D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787C2-1090-4E37-8AA7-94854647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B513B-69B4-4072-8FE1-3BF6AC8D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DW vs Data Lake vs Lakehouse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67DE5-AA63-4E61-83B7-BB783782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Três arquiteturas, três casos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 uso. Quando escolher cada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uma.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67E3A-243A-4C24-960F-21C31FD8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3DD45-C21A-4625-A945-F99F62F7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31519-8D97-4021-8605-3E1DE309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Zonas do Data Lake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2D748-0F3B-4FF6-B8B1-D757F9C2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Raw, trusted, refined. Como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organizar os dados que seu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pipeline produz.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7983F-D126-43D1-970B-968AB6DC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E1BA3-947D-459B-BCE0-CE22C912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C1FF3-453E-4CDB-85DB-04F9108A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Processamento distribuído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2713D-1C81-402A-A04C-E5867D72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PySpark conceitualmente. O que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muda quando são 10 bilhões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linhas?</a:t>
            </a:r>
          </a:p>
        </p:txBody>
      </p:sp>
    </p:spTree>
    <p:extLst>
      <p:ext uri="{BB962C8B-B14F-4D97-AF65-F5344CB8AC3E}">
        <p14:creationId xmlns:p14="http://schemas.microsoft.com/office/powerpoint/2010/main" val="1808128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678771-48C4-41BE-9A75-6345219A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255a7d8fc4ee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0A536-88E0-4D8D-B9AD-76404EDC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5B1A3-7F89-4266-9B0F-AED89798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2E8EA-A491-4A70-AEF7-42B2D971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14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719bc25ee4135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C2D83-DDF4-47E9-AB6E-AA290997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EC649-1E20-419D-AFD4-B7A8572C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ADBE"/>
                </a:solidFill>
              </a:defRPr>
            </a:pPr>
            <a:r>
              <a:rPr sz="1200" b="0">
                <a:solidFill>
                  <a:srgbClr val="A4ADBE"/>
                </a:solidFill>
              </a:rPr>
              <a:t>Trilha de Engenharia de Dados  •  Módulo 6: Engenharia de Pipelines</a:t>
            </a:r>
          </a:p>
        </p:txBody>
      </p:sp>
    </p:spTree>
    <p:extLst>
      <p:ext uri="{BB962C8B-B14F-4D97-AF65-F5344CB8AC3E}">
        <p14:creationId xmlns:p14="http://schemas.microsoft.com/office/powerpoint/2010/main" val="1882617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2026-05-12T16:43:31.2340000Z</dcterms:created>
  <dcterms:modified xsi:type="dcterms:W3CDTF">2026-05-12T16:43:31.2340000Z</dcterms:modified>
</coreProperties>
</file>
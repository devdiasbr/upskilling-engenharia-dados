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ddef1f9e9d41b6" /><Relationship Type="http://schemas.openxmlformats.org/officeDocument/2006/relationships/extended-properties" Target="/docProps/app.xml" Id="R8f22c8199a2c414a" /><Relationship Type="http://schemas.openxmlformats.org/officeDocument/2006/relationships/officeDocument" Target="/ppt/presentation.xml" Id="R6bcfb07b1a17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6eb382e174aea"/>
  </p:sldMasterIdLst>
  <p:notesMasterIdLst>
    <p:notesMasterId xmlns:r="http://schemas.openxmlformats.org/officeDocument/2006/relationships" r:id="Rd0ff2f34305240bc"/>
  </p:notesMasterIdLst>
  <p:sldIdLst>
    <p:sldId xmlns:r="http://schemas.openxmlformats.org/officeDocument/2006/relationships" id="256" r:id="Re30645def9374750"/>
    <p:sldId xmlns:r="http://schemas.openxmlformats.org/officeDocument/2006/relationships" id="257" r:id="R115d08fd1b894210"/>
    <p:sldId xmlns:r="http://schemas.openxmlformats.org/officeDocument/2006/relationships" id="258" r:id="Rf89c2970396049fc"/>
    <p:sldId xmlns:r="http://schemas.openxmlformats.org/officeDocument/2006/relationships" id="259" r:id="Rae5032c291ca4e72"/>
    <p:sldId xmlns:r="http://schemas.openxmlformats.org/officeDocument/2006/relationships" id="260" r:id="Rbf65288435584266"/>
    <p:sldId xmlns:r="http://schemas.openxmlformats.org/officeDocument/2006/relationships" id="261" r:id="Rb157580f77ff432b"/>
    <p:sldId xmlns:r="http://schemas.openxmlformats.org/officeDocument/2006/relationships" id="262" r:id="R400e4df60018452e"/>
    <p:sldId xmlns:r="http://schemas.openxmlformats.org/officeDocument/2006/relationships" id="263" r:id="R4aa7941986b14c7f"/>
    <p:sldId xmlns:r="http://schemas.openxmlformats.org/officeDocument/2006/relationships" id="264" r:id="Ra8d04281f582442e"/>
    <p:sldId xmlns:r="http://schemas.openxmlformats.org/officeDocument/2006/relationships" id="265" r:id="Re76473b8fb5f4e38"/>
    <p:sldId xmlns:r="http://schemas.openxmlformats.org/officeDocument/2006/relationships" id="266" r:id="R2cc13e6fe61e4fce"/>
    <p:sldId xmlns:r="http://schemas.openxmlformats.org/officeDocument/2006/relationships" id="267" r:id="Rc5ba6b6fd95f4817"/>
    <p:sldId xmlns:r="http://schemas.openxmlformats.org/officeDocument/2006/relationships" id="268" r:id="Rcab161e44b7d470b"/>
    <p:sldId xmlns:r="http://schemas.openxmlformats.org/officeDocument/2006/relationships" id="269" r:id="R06cdc445081344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6eb382e174aea" /><Relationship Type="http://schemas.openxmlformats.org/officeDocument/2006/relationships/theme" Target="/ppt/theme/theme1.xml" Id="R2ff6693b2f0a4444" /><Relationship Type="http://schemas.openxmlformats.org/officeDocument/2006/relationships/notesMaster" Target="/ppt/notesMasters/notesMaster1.xml" Id="Rd0ff2f34305240bc" /><Relationship Type="http://schemas.openxmlformats.org/officeDocument/2006/relationships/presProps" Target="/ppt/presProps.xml" Id="Rcf3bbdb7de8c403c" /><Relationship Type="http://schemas.openxmlformats.org/officeDocument/2006/relationships/viewProps" Target="/ppt/viewProps.xml" Id="Rdb4da7be4882417f" /><Relationship Type="http://schemas.openxmlformats.org/officeDocument/2006/relationships/tableStyles" Target="/ppt/tableStyles.xml" Id="R027c7b3924b74b12" /><Relationship Type="http://schemas.openxmlformats.org/officeDocument/2006/relationships/slide" Target="/ppt/slides/slide1.xml" Id="Re30645def9374750" /><Relationship Type="http://schemas.openxmlformats.org/officeDocument/2006/relationships/slide" Target="/ppt/slides/slide2.xml" Id="R115d08fd1b894210" /><Relationship Type="http://schemas.openxmlformats.org/officeDocument/2006/relationships/slide" Target="/ppt/slides/slide3.xml" Id="Rf89c2970396049fc" /><Relationship Type="http://schemas.openxmlformats.org/officeDocument/2006/relationships/slide" Target="/ppt/slides/slide4.xml" Id="Rae5032c291ca4e72" /><Relationship Type="http://schemas.openxmlformats.org/officeDocument/2006/relationships/slide" Target="/ppt/slides/slide5.xml" Id="Rbf65288435584266" /><Relationship Type="http://schemas.openxmlformats.org/officeDocument/2006/relationships/slide" Target="/ppt/slides/slide6.xml" Id="Rb157580f77ff432b" /><Relationship Type="http://schemas.openxmlformats.org/officeDocument/2006/relationships/slide" Target="/ppt/slides/slide7.xml" Id="R400e4df60018452e" /><Relationship Type="http://schemas.openxmlformats.org/officeDocument/2006/relationships/slide" Target="/ppt/slides/slide8.xml" Id="R4aa7941986b14c7f" /><Relationship Type="http://schemas.openxmlformats.org/officeDocument/2006/relationships/slide" Target="/ppt/slides/slide9.xml" Id="Ra8d04281f582442e" /><Relationship Type="http://schemas.openxmlformats.org/officeDocument/2006/relationships/slide" Target="/ppt/slides/slide10.xml" Id="Re76473b8fb5f4e38" /><Relationship Type="http://schemas.openxmlformats.org/officeDocument/2006/relationships/slide" Target="/ppt/slides/slide11.xml" Id="R2cc13e6fe61e4fce" /><Relationship Type="http://schemas.openxmlformats.org/officeDocument/2006/relationships/slide" Target="/ppt/slides/slide12.xml" Id="Rc5ba6b6fd95f4817" /><Relationship Type="http://schemas.openxmlformats.org/officeDocument/2006/relationships/slide" Target="/ppt/slides/slide13.xml" Id="Rcab161e44b7d470b" /><Relationship Type="http://schemas.openxmlformats.org/officeDocument/2006/relationships/slide" Target="/ppt/slides/slide14.xml" Id="R06cdc4450813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ba7e99c6d9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a9f3f1aace45f1" /><Relationship Type="http://schemas.openxmlformats.org/officeDocument/2006/relationships/notesMaster" Target="/ppt/notesMasters/notesMaster1.xml" Id="R10eb0b50fc5e43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f60f9643ad460e" /><Relationship Type="http://schemas.openxmlformats.org/officeDocument/2006/relationships/notesMaster" Target="/ppt/notesMasters/notesMaster1.xml" Id="Rcb0dae68f84b41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670cb0c9944a82" /><Relationship Type="http://schemas.openxmlformats.org/officeDocument/2006/relationships/notesMaster" Target="/ppt/notesMasters/notesMaster1.xml" Id="R81ad784471ba42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15e423beb14801" /><Relationship Type="http://schemas.openxmlformats.org/officeDocument/2006/relationships/notesMaster" Target="/ppt/notesMasters/notesMaster1.xml" Id="R4bcd3ae8207545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759b718d774eb5" /><Relationship Type="http://schemas.openxmlformats.org/officeDocument/2006/relationships/notesMaster" Target="/ppt/notesMasters/notesMaster1.xml" Id="R745c7772ea4f46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389330caa540dd" /><Relationship Type="http://schemas.openxmlformats.org/officeDocument/2006/relationships/notesMaster" Target="/ppt/notesMasters/notesMaster1.xml" Id="R7fa37bfa5b6643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5fb045e68e42d2" /><Relationship Type="http://schemas.openxmlformats.org/officeDocument/2006/relationships/notesMaster" Target="/ppt/notesMasters/notesMaster1.xml" Id="R2f1468a0bbc948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6c696400e34969" /><Relationship Type="http://schemas.openxmlformats.org/officeDocument/2006/relationships/notesMaster" Target="/ppt/notesMasters/notesMaster1.xml" Id="R1a850ca7da9144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9ad6cf9fb54840" /><Relationship Type="http://schemas.openxmlformats.org/officeDocument/2006/relationships/notesMaster" Target="/ppt/notesMasters/notesMaster1.xml" Id="R4158f8d0adb743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4788cb89ff498d" /><Relationship Type="http://schemas.openxmlformats.org/officeDocument/2006/relationships/notesMaster" Target="/ppt/notesMasters/notesMaster1.xml" Id="R152285eb93e34e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765de34e3447ba" /><Relationship Type="http://schemas.openxmlformats.org/officeDocument/2006/relationships/notesMaster" Target="/ppt/notesMasters/notesMaster1.xml" Id="R192ea39c240a44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0b681f75cd468c" /><Relationship Type="http://schemas.openxmlformats.org/officeDocument/2006/relationships/notesMaster" Target="/ppt/notesMasters/notesMaster1.xml" Id="R66c2dc7e6a2e4e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967dfec1654343" /><Relationship Type="http://schemas.openxmlformats.org/officeDocument/2006/relationships/notesMaster" Target="/ppt/notesMasters/notesMaster1.xml" Id="Ra3e62579827d4c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ef025d1faa43d6" /><Relationship Type="http://schemas.openxmlformats.org/officeDocument/2006/relationships/notesMaster" Target="/ppt/notesMasters/notesMaster1.xml" Id="R5afaeb6fbc5f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b73ff1775e40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1baa42a24324707" /><Relationship Type="http://schemas.openxmlformats.org/officeDocument/2006/relationships/slideLayout" Target="/ppt/slideLayouts/slideLayout2.xml" Id="R40b3f010661d40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b3f010661d40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b277a050d34e03" /><Relationship Type="http://schemas.openxmlformats.org/officeDocument/2006/relationships/image" Target="/ppt/media/image.png" Id="Reb26d79f1a9e4be6" /><Relationship Type="http://schemas.openxmlformats.org/officeDocument/2006/relationships/image" Target="/ppt/media/image2.png" Id="Ra2dceb9ecfd94d30" /><Relationship Type="http://schemas.openxmlformats.org/officeDocument/2006/relationships/notesSlide" Target="/ppt/notesSlides/notesSlide1.xml" Id="Rfedfa628c191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0c3c3dd6be4278" /><Relationship Type="http://schemas.openxmlformats.org/officeDocument/2006/relationships/image" Target="/ppt/media/image3.png" Id="R83f9206c3db74641" /><Relationship Type="http://schemas.openxmlformats.org/officeDocument/2006/relationships/notesSlide" Target="/ppt/notesSlides/notesSlide2.xml" Id="R691e22aea37347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61010469a64028" /><Relationship Type="http://schemas.openxmlformats.org/officeDocument/2006/relationships/image" Target="/ppt/media/image4.png" Id="R8d5196207eb546a6" /><Relationship Type="http://schemas.openxmlformats.org/officeDocument/2006/relationships/image" Target="/ppt/media/image5.png" Id="R0e58a899d05b4be2" /><Relationship Type="http://schemas.openxmlformats.org/officeDocument/2006/relationships/notesSlide" Target="/ppt/notesSlides/notesSlide3.xml" Id="R746aeb91b71741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8f12be15c4b3a" /><Relationship Type="http://schemas.openxmlformats.org/officeDocument/2006/relationships/image" Target="/ppt/media/image6.png" Id="R3d5485a722b54e43" /><Relationship Type="http://schemas.openxmlformats.org/officeDocument/2006/relationships/notesSlide" Target="/ppt/notesSlides/notesSlide4.xml" Id="R3d16b0b23f98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2a7800050a41e6" /><Relationship Type="http://schemas.openxmlformats.org/officeDocument/2006/relationships/image" Target="/ppt/media/image7.png" Id="R3f49bda7168e4af5" /><Relationship Type="http://schemas.openxmlformats.org/officeDocument/2006/relationships/image" Target="/ppt/media/image8.png" Id="R1b26bca6b7ff4e41" /><Relationship Type="http://schemas.openxmlformats.org/officeDocument/2006/relationships/notesSlide" Target="/ppt/notesSlides/notesSlide5.xml" Id="Rc68034bbbdb949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d04c24917847bd" /><Relationship Type="http://schemas.openxmlformats.org/officeDocument/2006/relationships/image" Target="/ppt/media/image9.png" Id="R36b5cd644c4b4556" /><Relationship Type="http://schemas.openxmlformats.org/officeDocument/2006/relationships/notesSlide" Target="/ppt/notesSlides/notesSlide6.xml" Id="R75553c764e3f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338e943e32456f" /><Relationship Type="http://schemas.openxmlformats.org/officeDocument/2006/relationships/image" Target="/ppt/media/image10.png" Id="R8f969a89e1684e44" /><Relationship Type="http://schemas.openxmlformats.org/officeDocument/2006/relationships/notesSlide" Target="/ppt/notesSlides/notesSlide7.xml" Id="Re98749e2d98f4c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ca52458efb40f9" /><Relationship Type="http://schemas.openxmlformats.org/officeDocument/2006/relationships/image" Target="/ppt/media/image11.png" Id="R8a51ba6e7fc04f45" /><Relationship Type="http://schemas.openxmlformats.org/officeDocument/2006/relationships/image" Target="/ppt/media/image12.png" Id="Rd36d1a90792d4945" /><Relationship Type="http://schemas.openxmlformats.org/officeDocument/2006/relationships/notesSlide" Target="/ppt/notesSlides/notesSlide8.xml" Id="Rfe2f049d4e214a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81f8443c34092" /><Relationship Type="http://schemas.openxmlformats.org/officeDocument/2006/relationships/image" Target="/ppt/media/image13.png" Id="R78022a381afb40a6" /><Relationship Type="http://schemas.openxmlformats.org/officeDocument/2006/relationships/notesSlide" Target="/ppt/notesSlides/notesSlide9.xml" Id="Raea58d4f14f642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2f6bb59be04ea3" /><Relationship Type="http://schemas.openxmlformats.org/officeDocument/2006/relationships/image" Target="/ppt/media/image14.png" Id="R536df2bdb6614dc3" /><Relationship Type="http://schemas.openxmlformats.org/officeDocument/2006/relationships/notesSlide" Target="/ppt/notesSlides/notesSlide10.xml" Id="R549ff4a7f0914f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0ff5e1a052413f" /><Relationship Type="http://schemas.openxmlformats.org/officeDocument/2006/relationships/image" Target="/ppt/media/image15.png" Id="R75a8320d50a5487b" /><Relationship Type="http://schemas.openxmlformats.org/officeDocument/2006/relationships/image" Target="/ppt/media/image16.png" Id="R740f8942ea9e41bf" /><Relationship Type="http://schemas.openxmlformats.org/officeDocument/2006/relationships/notesSlide" Target="/ppt/notesSlides/notesSlide11.xml" Id="R96327e0ab16d44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42bb76641144c5" /><Relationship Type="http://schemas.openxmlformats.org/officeDocument/2006/relationships/image" Target="/ppt/media/image17.png" Id="R248c1fade96f4b08" /><Relationship Type="http://schemas.openxmlformats.org/officeDocument/2006/relationships/notesSlide" Target="/ppt/notesSlides/notesSlide12.xml" Id="R98060e987a514d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7ddaf4f5294344" /><Relationship Type="http://schemas.openxmlformats.org/officeDocument/2006/relationships/image" Target="/ppt/media/image18.png" Id="R40197840b8174b2d" /><Relationship Type="http://schemas.openxmlformats.org/officeDocument/2006/relationships/notesSlide" Target="/ppt/notesSlides/notesSlide13.xml" Id="Rc258e35f98a54c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6431c92c74f57" /><Relationship Type="http://schemas.openxmlformats.org/officeDocument/2006/relationships/image" Target="/ppt/media/image19.png" Id="Rc05a28197a93455e" /><Relationship Type="http://schemas.openxmlformats.org/officeDocument/2006/relationships/image" Target="/ppt/media/image20.png" Id="R9451fb80095a49d6" /><Relationship Type="http://schemas.openxmlformats.org/officeDocument/2006/relationships/notesSlide" Target="/ppt/notesSlides/notesSlide14.xml" Id="Rafdb7c40fdc04f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1043D-AC7B-4BD4-A719-BB285BC8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6d79f1a9e4be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20006-C5E0-4F56-A21B-87B0C70F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AB7BF-D6E9-46EF-B36A-12B455AD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644FA-102B-47F0-BB28-EB0A43FA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ceb9ecfd94d30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F1BC9-AEA4-4ED1-A362-85E71C1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6605F-D950-4801-B783-D911549C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Trilha de Engenharia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E493A-73F5-419A-B99A-C079402E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Fundamentos  •  9 Módulos  •  ~90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54FA9-04E9-443C-B22A-ACD57681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51FD9-AD06-46A8-B115-82B7827C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 base que transforma um bom dev em engenheiro de dados.</a:t>
            </a:r>
          </a:p>
        </p:txBody>
      </p:sp>
    </p:spTree>
    <p:extLst>
      <p:ext uri="{BB962C8B-B14F-4D97-AF65-F5344CB8AC3E}">
        <p14:creationId xmlns:p14="http://schemas.microsoft.com/office/powerpoint/2010/main" val="2007503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37379-C512-4410-9F3B-ADD81BE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9206c3db7464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6BEE4-C027-454E-B637-624DDF0C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D86B2-13D0-49B5-AAC6-04EE0710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0E9EB-937A-4C4A-85F5-71B48907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ED465-410E-4BAC-8FAE-0D3C4400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6243E-509A-4098-B0C0-EE76FD03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 PROBLEMA QUE RESOLVEMOS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723CF-84EE-4F1F-B945-89F5CBF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Por que esta trilha existe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71F7A-5A02-4BBF-8971-B03AD0A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Profissionais com habilidades de desenvolvimento mas sem a base formal de engenharia de dados.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192EB-8551-4A37-A21B-92C48E02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19441-7971-4D17-9892-0D55F5E6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68EC8-E8C5-4C88-92A5-87EC8978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Pipelines frágeis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FFF75-4EEB-4E92-B0A9-EB5CCB81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Falhas silenciosas em produção.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Dados inconsistentes 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dashboards e modelos.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3F43C-524A-4EC4-8C3C-56A2C1B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C4D39-B97E-4B49-806E-2A15D035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4E98E-2708-4429-B912-18F9A1B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Dependência de especialistas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C8A56-5130-4C00-BDC1-A147F638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Decisões de arquitetura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concentradas. Onboarding lento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em Airflow, Spark, dbt.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00138-2F2D-48FE-AAD2-E74FA70D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ED587-3B5C-435C-8975-D9E6AB9C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85C31-CB85-442A-A9C2-693FEA3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Linguagem fragmentada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2D59FE-76CB-4BA5-902D-BF1DABF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Cada um chama a mesma coisa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um nome diferente. Reuniões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improdutivas.</a:t>
            </a:r>
          </a:p>
        </p:txBody>
      </p:sp>
    </p:spTree>
    <p:extLst>
      <p:ext uri="{BB962C8B-B14F-4D97-AF65-F5344CB8AC3E}">
        <p14:creationId xmlns:p14="http://schemas.microsoft.com/office/powerpoint/2010/main" val="17270628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6644E3-A984-4967-98AB-5517071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196207eb546a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274DB-1AA6-404D-99D3-73468E7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28E45-9E25-430E-A7BC-EE4F0228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76C57-8A69-4764-981A-AADE3E07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8F580-7446-481F-B3EB-CD347A87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8a899d05b4be2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4DA6A-1E92-4CA6-825A-37A65F79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D51AD-D5FA-4AEF-8CA3-006F9FCC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Para Quem 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81640-A25F-4DAE-BF08-8CB657F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Perfil do participante ideal e o que não é pré-requisito.</a:t>
            </a:r>
          </a:p>
        </p:txBody>
      </p:sp>
    </p:spTree>
    <p:extLst>
      <p:ext uri="{BB962C8B-B14F-4D97-AF65-F5344CB8AC3E}">
        <p14:creationId xmlns:p14="http://schemas.microsoft.com/office/powerpoint/2010/main" val="1734751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75CB1-AB2F-44EF-961A-2B14DC83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485a722b54e4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F0161-B3CA-4C57-9574-9828223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E64C3-0EF1-46C4-BC6E-E87B02AF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83398-B7AC-4979-A313-C2C596E3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95D2E-BD24-4A36-A2CE-79ADCEE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B6030-E2E6-4AC7-8054-FC11E80C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PERFIL DO PARTICIPANTE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AE679-90EE-4698-8F7F-E27385C5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Para quem esta trilha foi desenhada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B6910-08A8-4AC3-B8C3-EB2FFA3F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Lógica de programação básica é o único pré-requisito real.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47DD2-D656-4DEB-A02D-96A537E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D7CC4-2C9D-49E7-A28B-9C87937D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93F73-42DB-4DC8-BBDA-F4EFADAE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Devs migrando para dados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3D64F-8790-4C9B-ADC2-8F62563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Querem entender como pipelines funcionam de verdade, não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só usar ferramentas.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41CD9-7769-415C-A1CC-19184F8B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CF5AC-B0F3-458B-87F6-7196CDB8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A7485-6D5D-421D-BF63-1E4FC753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Analistas de 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EAC1E-0B1D-4779-A939-6B152A6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Querem entender o pipeline que alimenta seus dashboards.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864B3-C792-4E1A-AD6B-532D670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9D338-2342-4BA5-A7FF-34A2053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76C90-67E0-4D33-BE95-70DBB516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Engenheiros de software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81EFD-BB3C-4AFB-979F-DC46A2AD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Precisam trabalhar com dados mas não têm background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engenharia de dados.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A9EC4-BA1D-40B7-B492-E1AE457E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3728C-991D-4EF5-B97D-FE39B13A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985A0C-A9ED-49CB-BA4C-81364DC8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O que NÃO é pré-requisito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8D885D-B64A-4513-82E4-B0389F3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SQL, pandas, banco de dados — tudo é construído do zero na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trilha.</a:t>
            </a:r>
          </a:p>
        </p:txBody>
      </p:sp>
    </p:spTree>
    <p:extLst>
      <p:ext uri="{BB962C8B-B14F-4D97-AF65-F5344CB8AC3E}">
        <p14:creationId xmlns:p14="http://schemas.microsoft.com/office/powerpoint/2010/main" val="7352535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09358-CD48-4FCD-867C-CC1D3DBB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bda7168e4af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F9340-2F21-4B44-B1C5-EF31EF1F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6DB15-F062-4C2D-A78F-971BDF72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762E3-B80A-4195-9706-3642E369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407F8-0668-47FE-AB1B-4AEE32EF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6bca6b7ff4e41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313EC-66FB-4AE4-A73B-CE98920C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42C0A-8E87-4330-8D00-5BDB0FD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 Trilha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93BBD-E747-4F81-B852-8266BE31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9 módulos sequenciais — cada um constrói sobre o anterior.</a:t>
            </a:r>
          </a:p>
        </p:txBody>
      </p:sp>
    </p:spTree>
    <p:extLst>
      <p:ext uri="{BB962C8B-B14F-4D97-AF65-F5344CB8AC3E}">
        <p14:creationId xmlns:p14="http://schemas.microsoft.com/office/powerpoint/2010/main" val="1081062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536552-65B1-4033-9EF4-A7F53706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5cd644c4b455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5F23C-B9C3-4718-9A8C-909BBE64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6C33E-4FA4-474B-8366-4AC0156B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53C76-A0CC-4650-8EF7-D17C70AE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669CE-F885-40F4-BAA9-D9DB201A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FC999-D378-4206-9B97-21A7E4EA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MÓDULOS 1 A 4 — FUNDAÇÃO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5D645-F7E0-49B6-9AE8-DAC1C851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Da pergunta ao dado ao primeiro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838FF-938A-4229-A296-3E6B984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Semanas 1 a 4. Cada módulo adiciona uma camada de vocabulário e prática.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234AF-DF66-48FC-BA0B-DAC210D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A2828-E743-4019-AA8A-66C54504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A2F24-FF7D-4F23-9676-9FEA6D05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01 — SQL Fundamentals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8768A-FD23-4DE7-9173-0FE535C6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SELECT, JOIN, GROUP BY, CTEs, window functions. A pergunta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ao dado.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696EA-B27A-425E-92BE-77416A3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A0E57-98F4-4AA4-BABA-2590E822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E6A22-D411-43A7-825F-2863078E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02 — Modelagem de Dados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61513-DC90-49B4-AF6D-BB5BF55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Entidades, chaves, normalização. Como pensar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relacionamentos.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B6808-A246-4328-986A-C3B3CF37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C1381-0AE4-4AF0-9D25-D5E58C55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24D56-127A-4C0F-A274-95902AF2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03 — Formatos de Dados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EDFE0-8005-4625-AEA2-9DCFD12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CSV, JSON, Parquet. Escolher pelo cenário — não pelo hype.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1B625-15F8-4C5E-8B76-CA9D1A3C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E88A3-451D-4E7C-B8E9-AA80D83C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F8350-0C7B-4CC0-8AE1-C4E59274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04 — Python para Dados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71F62-E3ED-4F1B-A894-BC37F389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pandas + sqlite3. Primeiro pipeline ETL funcionando do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zero.</a:t>
            </a:r>
          </a:p>
        </p:txBody>
      </p:sp>
    </p:spTree>
    <p:extLst>
      <p:ext uri="{BB962C8B-B14F-4D97-AF65-F5344CB8AC3E}">
        <p14:creationId xmlns:p14="http://schemas.microsoft.com/office/powerpoint/2010/main" val="1481839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94B05F-38D4-4951-8583-33119A90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69a89e1684e44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1F897-1F99-49A7-8600-A54938F9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2566E-AA8D-4232-BA13-782C11F8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18980-4BE7-451C-ABC3-D6B69F83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A90A0-20B1-43E7-9D80-F91948F4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AB21C-CCD5-4F40-94BF-E09B4A94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MÓDULOS 5 A 9 — PRODUÇÃO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00261-066C-4661-8B3A-C3FB906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Do script que funciona ao pipeline que sobrevive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9EF34-5040-4ECD-BA41-FD2BEF0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Semanas 5 a 9. O mesmo pipeline do Módulo 4 evolui a cada módulo.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2EF57-D024-4F2C-BCF9-35CC2A8C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F1DEB-FA77-4126-A74D-D123EB9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CFCEA-99D1-48A4-8CEC-65C0799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05 — ETL/ELT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C4813-B04E-48A8-A024-C35702A1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Idempotência, logging, falha explícita. Pipeline que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sobrevive a erros.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6F4D9-F9C8-4E16-A7EC-A492CEC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DC670-1294-463D-BDAD-8AC75714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DCE09-3F00-4AEC-8596-33B193CD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06 — Pipelines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A5C82-728E-467E-8631-660ACA6D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Airflow, DAGs, Git. A diferença entre script e pipeline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produção.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5CFF4-300D-4232-A7F8-02AEEA8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13B83-74FF-4239-9FF3-2F69F34D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A82E7-DDC7-4D3D-ACE4-4B4F5FFB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07 — Armazenamento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E3301-4F83-474A-9F16-2753AD9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Data Lake, Lakehouse, Spark. Onde os dados vivem e como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escalam.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8D7B8-F693-49DC-8004-90DD3A7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C187A-BDF2-4E96-9EE4-3CED4971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97FA4A-9D0C-46AE-AFC9-F040C7BC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08 + 09 — Qualidade + Debug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4D2EB-55CF-4DE9-891E-A239B2B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5 dimensões, TDD, troubleshooting. Dado certo, pipeline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confiável.</a:t>
            </a:r>
          </a:p>
        </p:txBody>
      </p:sp>
    </p:spTree>
    <p:extLst>
      <p:ext uri="{BB962C8B-B14F-4D97-AF65-F5344CB8AC3E}">
        <p14:creationId xmlns:p14="http://schemas.microsoft.com/office/powerpoint/2010/main" val="1254367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51511-12A3-4474-A5AF-B9652C9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1ba6e7fc04f4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3B40A-45BD-4256-984C-5BBDC40B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1496C-28BC-4CD5-9A05-FA5F87D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22608-6701-4874-9062-647DBD10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E9983-504D-4854-AAAF-B7FBF7A9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d1a90792d4945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E1BB9-F96C-45F2-A028-1DFCA2F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BD232-6CE8-4AEA-89F6-FBB35BD4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Como Funciona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88E85-1F07-49CC-8B5E-A1884C0A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Formato híbrido — assíncrono + sessão ao vivo semanal de 2 horas.</a:t>
            </a:r>
          </a:p>
        </p:txBody>
      </p:sp>
    </p:spTree>
    <p:extLst>
      <p:ext uri="{BB962C8B-B14F-4D97-AF65-F5344CB8AC3E}">
        <p14:creationId xmlns:p14="http://schemas.microsoft.com/office/powerpoint/2010/main" val="243766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E7DE50-D020-4D0A-BDE9-B520A7AD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22a381afb40a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15FE6-FDF0-4A0E-8E79-5AD28CDD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84248-F0E3-401B-AF0B-8F9F28C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1C101-5AE7-44B9-AD6F-4AD5CAA5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90B5A-6692-44F0-9CF0-CE2B91D7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416A9-D3F9-472A-A824-91B9325D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RITMO SEMANAL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8E845-2509-487D-913D-0C2962F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Um módulo por semana — 8 a 12 horas de dedicação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FE3BF-2E53-42E5-809A-02E00798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O participante chega à sessão ao vivo já tendo tentado. A sessão discute, não expõe.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001B9-1E72-4AF4-B64D-85917388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94A02-475A-489A-90FA-A02D1096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56D24-F242-490A-A83A-53117117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D014C-0FDA-4308-B53F-26C64E3C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Conteúdo (3–5h)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349DE-F3CB-4D1E-B1C4-165F9D51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Leitura do conteudo.md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com exemplos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comentados. No próprio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ritmo.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A61E5-A593-4EF2-B74B-4EAF4CBA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C9174-160A-4C5C-A529-0BDE5AA1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9A0BC-A792-4AA7-9B9D-1F74AA17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5180C-6491-4B2C-8233-69ED9BDB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Exercícios (3–5h)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A6644-2A67-426F-AD76-4D01886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3 a 9 exercícios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práticos no banco de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dados da trilha. Tentar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antes do gabarito.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12326-99B8-402A-BC25-912892E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B9A34-CEA7-473E-874B-97FDA124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0B918-39F5-458E-9B36-0AB48E2D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06188-E2CA-46F6-94C5-2CF35C3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Sessão ao vivo (2h)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EDD9B7-F858-4AE5-B6CD-DFEF6CD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Facilitador + grupo.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Dúvidas reais, demos,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exercícios em grupo.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D6A65-5593-497D-A72B-D3D617B6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97926-89D6-4B97-8338-E7C44BF8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5CE74F-43BC-4E3C-81A4-8ED41C93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8C5F2-3B7A-4584-A255-CEE5973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Gabarito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A91B9F-1118-46EA-96F4-48A9CDE2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Consultar após tentar.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Consolidar antes do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próximo módulo.</a:t>
            </a:r>
          </a:p>
        </p:txBody>
      </p:sp>
    </p:spTree>
    <p:extLst>
      <p:ext uri="{BB962C8B-B14F-4D97-AF65-F5344CB8AC3E}">
        <p14:creationId xmlns:p14="http://schemas.microsoft.com/office/powerpoint/2010/main" val="387870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6ABB5-9AD9-4F39-A975-AB98DB83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df2bdb6614dc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95BBB-E5D0-4F29-B9A7-FE3E6CF3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06DCC-BE8D-4E3E-8B40-1D2258C0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4FA8-5FEA-4C5B-99BF-3A42059A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710C6-3451-4910-8662-49AEC67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159D6-DE07-4E0E-B7EA-C211EAFF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 QUE DIFERENCIA ESTE FORMATO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0D7D3-CC46-4879-B0B1-28976AEC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Três decisões de design que aumentam a aplicação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6081E-99B4-45DC-BDDA-80FCC3C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Não é só conteúdo — é como o conteúdo é sequenciado e praticado.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D441A-3890-4051-A473-EE85A97B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3CB09-0956-4336-AE95-90E77BB0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A3EFE-18B8-436F-976B-E7AC02DF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Dataset único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40C9D-C90F-4224-803F-5E456A58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mesmo banco nos 9 módulos. 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participante foca no conceito,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não em aprender dados novos.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E1456-5062-4607-BB19-7E08726B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C5C5C-B5FA-4D55-B164-DDBFAE24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BBE45-E6CD-4C0E-AD0A-425951E2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Exercícios antes da sessão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09130-4F71-4E54-A725-D544EE03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 sessão ao vivo resolve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dúvidas reais — não introduz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conteúdo novo.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64117-2082-4AAD-B595-45057D8F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BE374-DE69-46DC-B47A-88003F3D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65F01-2966-4F1C-845E-ABB0102D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Sequência cumulativa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20AB0-EE1F-4002-8A53-F0FEABBD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O pipeline do Módulo 4 recebe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logging no 5, é orquestrado no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6, testado no 8 e debugado no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9.</a:t>
            </a:r>
          </a:p>
        </p:txBody>
      </p:sp>
    </p:spTree>
    <p:extLst>
      <p:ext uri="{BB962C8B-B14F-4D97-AF65-F5344CB8AC3E}">
        <p14:creationId xmlns:p14="http://schemas.microsoft.com/office/powerpoint/2010/main" val="1911814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9DAD2-1315-4EC8-9C47-4650DA2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8320d50a5487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9CAAB-CB27-4EA4-9C01-8EB41C01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C23B4-82B5-4269-BA5C-4BF4F1F4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74027-6575-49E0-8852-5C3F152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07AAA-D991-410F-AD0F-040147C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f8942ea9e41bf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D25DE-906D-43FB-B82C-46F99106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5B49B-330F-4199-9AD3-8012A466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Recursos e Cronograma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95537-FFE9-4E78-AE57-A343735B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O que é necessário para rodar a trilha e os indicadores de sucesso.</a:t>
            </a:r>
          </a:p>
        </p:txBody>
      </p:sp>
    </p:spTree>
    <p:extLst>
      <p:ext uri="{BB962C8B-B14F-4D97-AF65-F5344CB8AC3E}">
        <p14:creationId xmlns:p14="http://schemas.microsoft.com/office/powerpoint/2010/main" val="5805203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1AA5D4-AAC2-4403-9DC5-70719D6B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c1fade96f4b08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B702B-7C78-4E85-8A32-DDB163B4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176A8-E925-4674-B218-838AFB6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218C2-67D9-421E-AAC5-06B55282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53818-02C4-4A9B-8149-CE09C27A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E8C73-A177-4F28-9673-C120C03F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RECURSOS NECESSÁRIOS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3D187-03A1-4411-88B9-52A95FBB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Infraestrutura mínima — sem cloud, sem licença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38FD0-A74D-4471-A13E-92C257A5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Todo o ambiente roda localmente com ferramentas open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7A61D-F7A6-45A0-9534-DD648E5A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40386-9590-4259-83C6-D95E05C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3B1CD-1A10-406F-A081-BF7B500B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Facilitador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CF892-FF68-48F6-954C-5DE72F2F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Engenheiro sênior, ~2h/semana por módulo. Roteiro pronto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em sessao-ao-vivo.md.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7AD5F-8F14-4F5E-8CBF-195CEBDE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16CC5-CB4B-4184-AF88-D8D89EDF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558EB-108C-4296-861F-858EB84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Infraestrutura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1BEA8-C103-4D38-B6B7-DC3546B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Python 3.10+ + SQLite. Sem cloud, sem VM, sem licença.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93B39-0D2E-4943-825B-D552D9BA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F79827-2D23-4518-B97A-CCC2CE1E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9DBF7-CAEF-45CE-95D9-0C5251E4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Plataforma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69B8EC-61C3-4865-BD41-D286809D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Qualquer — Teams, Zoom ou presencial para as sessões ao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vivo.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2EEBD-8ADB-43C6-A125-DCED9C5F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182CC-4711-45E0-969A-F1C942AB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05CF16-9F05-4DFD-842B-48E716D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Material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48BF74-0A2A-4F8C-B024-2889F294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Repositório Git com todo conteúdo, exercícios, gabaritos 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PPTs inclusos.</a:t>
            </a:r>
          </a:p>
        </p:txBody>
      </p:sp>
    </p:spTree>
    <p:extLst>
      <p:ext uri="{BB962C8B-B14F-4D97-AF65-F5344CB8AC3E}">
        <p14:creationId xmlns:p14="http://schemas.microsoft.com/office/powerpoint/2010/main" val="10458900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C4A0F-2F4F-456F-A8FF-1A2E6C50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97840b8174b2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4F136-4653-4596-9AA1-F684F89D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17D4-4AB2-4B77-8644-BFE6C14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2DEBA-39EE-4A3C-BAE1-65C289D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EE58E-C4BB-4C74-892C-C3B26343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760D-6263-4879-A4B8-5B36263F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CRONOGRAMA SUGERIDO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BDECC-4FB7-4460-A521-5985C1C4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9 semanas do início ao fim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2BE0B-36DB-479F-9BAE-E92A2D0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Turmas de 8 a 16 participantes funcionam bem para a dinâmica das sessões ao vivo.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102A2-F31C-48C0-A106-0F6EA43D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D5B97-F50B-42BD-AD58-52416E5F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0958A-835E-436C-A5FC-CE24B998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Semanas 1–4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B5976-3462-4B16-B0EF-29463575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Fundação: SQL, Modelagem,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Formatos, Python. Base teórica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 primeiro pipeline.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DFE5C-F388-4EDB-9EBA-B0873DDE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5B882-123F-4C39-A3AE-EF1C26E3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E16E7-F063-4511-AB94-BDC16F7A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Semanas 5–7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EE1BE-25A6-492C-971A-17EBAF05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Produção: ETL/ELT, Pipelines,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Armazenamento. Pipeline robusto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 orquestrado.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D2E75-FC45-4625-A0AD-AA4559BE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C85D8-7D7E-48D2-9C8E-FD749BDB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B9151-FA72-4E48-B9EC-A5FCE12E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Semanas 8–9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CC94E-E2FC-4195-8D20-EA0686B4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Qualidade + Troubleshooting.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Testes, validações 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diagnóstico sistemático.</a:t>
            </a:r>
          </a:p>
        </p:txBody>
      </p:sp>
    </p:spTree>
    <p:extLst>
      <p:ext uri="{BB962C8B-B14F-4D97-AF65-F5344CB8AC3E}">
        <p14:creationId xmlns:p14="http://schemas.microsoft.com/office/powerpoint/2010/main" val="4214940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3C0F2-64EB-49BF-9756-43A1C694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a28197a93455e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100D2-2AA9-4709-AB30-B56ED608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DAC0D-D0AC-437B-A033-271E70E4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3DC7C-46BA-4A85-94F4-FFC58F5E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1fb80095a49d6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E81BC-D7C0-4969-8C85-8827B3FE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72DDC-A8E9-4FCB-8C70-BFA3FD3A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9 Módulos  •  Fundamentos que duram</a:t>
            </a:r>
          </a:p>
        </p:txBody>
      </p:sp>
    </p:spTree>
    <p:extLst>
      <p:ext uri="{BB962C8B-B14F-4D97-AF65-F5344CB8AC3E}">
        <p14:creationId xmlns:p14="http://schemas.microsoft.com/office/powerpoint/2010/main" val="1010081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2026-05-12T18:36:30.9070000Z</dcterms:created>
  <dcterms:modified xsi:type="dcterms:W3CDTF">2026-05-12T18:36:30.9070000Z</dcterms:modified>
</coreProperties>
</file>